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85" r:id="rId4"/>
  </p:sldMasterIdLst>
  <p:notesMasterIdLst>
    <p:notesMasterId r:id="rId14"/>
  </p:notesMasterIdLst>
  <p:handoutMasterIdLst>
    <p:handoutMasterId r:id="rId15"/>
  </p:handoutMasterIdLst>
  <p:sldIdLst>
    <p:sldId id="2561" r:id="rId5"/>
    <p:sldId id="2563" r:id="rId6"/>
    <p:sldId id="2565" r:id="rId7"/>
    <p:sldId id="2566" r:id="rId8"/>
    <p:sldId id="2567" r:id="rId9"/>
    <p:sldId id="2568" r:id="rId10"/>
    <p:sldId id="2569" r:id="rId11"/>
    <p:sldId id="2570" r:id="rId12"/>
    <p:sldId id="2571"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sing Satellite Data to Evaluate the Passability of Roads in Remote Areas" id="{89654E61-D17D-4DBF-930C-C2889772A953}">
          <p14:sldIdLst>
            <p14:sldId id="2561"/>
          </p14:sldIdLst>
        </p14:section>
        <p14:section name="Introduction" id="{C494AECA-4EF1-47BF-AEE1-9748F765D845}">
          <p14:sldIdLst>
            <p14:sldId id="2563"/>
          </p14:sldIdLst>
        </p14:section>
        <p14:section name="Challenges In Assessing Passability of Roads" id="{6A9EC1D7-845F-481C-9703-5D9BB73D2B31}">
          <p14:sldIdLst>
            <p14:sldId id="2565"/>
          </p14:sldIdLst>
        </p14:section>
        <p14:section name="Satellite Data Basics" id="{1F5EF5F9-C0DD-44DC-AAA9-32B253B38AD6}">
          <p14:sldIdLst>
            <p14:sldId id="2566"/>
            <p14:sldId id="2567"/>
          </p14:sldIdLst>
        </p14:section>
        <p14:section name="Road Passability Assessment" id="{08A482A2-4779-4998-AF48-FAC708ABD2B6}">
          <p14:sldIdLst>
            <p14:sldId id="2568"/>
            <p14:sldId id="2569"/>
          </p14:sldIdLst>
        </p14:section>
        <p14:section name="Summary and Q&amp;A" id="{05D7AB21-5F8D-483A-9AE4-4DA80C69991C}">
          <p14:sldIdLst>
            <p14:sldId id="2570"/>
            <p14:sldId id="257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10E4221-6F06-64E5-5214-772388C857B5}" name="Elizabeth Feldbruegge (ALLEGIS GROUP HOLDINGS INC)" initials="EF(GHI" userId="S::v-felizabeth@microsoft.com::ba5aea11-28e4-484d-8e49-c15efb1bd2e9" providerId="AD"/>
  <p188:author id="{9941987A-41B7-49AC-EE6E-03F2D0BD95BA}" name="Daria Naidenov" initials="DN" userId="S::danaidenov@microsoft.com::ab38ab5f-bdf0-4774-ae5a-d2782abb2027" providerId="AD"/>
  <p188:author id="{85E8F9B2-02AC-6F6E-F5B6-AF53ED8A8312}" name="Lauren Weldy (ALLEGIS GROUP HOLDINGS INC)" initials="LW" userId="S::v-laweldy@microsoft.com::63f3cce1-6527-43d1-991c-7e8015c8c70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1EBBBCC-DAD2-459C-BE2E-F6DE35CF9A2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26" autoAdjust="0"/>
    <p:restoredTop sz="71308" autoAdjust="0"/>
  </p:normalViewPr>
  <p:slideViewPr>
    <p:cSldViewPr snapToGrid="0">
      <p:cViewPr varScale="1">
        <p:scale>
          <a:sx n="79" d="100"/>
          <a:sy n="79" d="100"/>
        </p:scale>
        <p:origin x="1830" y="78"/>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84" d="100"/>
          <a:sy n="84" d="100"/>
        </p:scale>
        <p:origin x="2862"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11/13/2025</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11/13/2025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i-FI" dirty="0"/>
          </a:p>
        </p:txBody>
      </p:sp>
      <p:sp>
        <p:nvSpPr>
          <p:cNvPr id="3" name="Notes Placeholder 2"/>
          <p:cNvSpPr>
            <a:spLocks noGrp="1"/>
          </p:cNvSpPr>
          <p:nvPr>
            <p:ph type="body" idx="1"/>
          </p:nvPr>
        </p:nvSpPr>
        <p:spPr/>
        <p:txBody>
          <a:bodyPr/>
          <a:lstStyle/>
          <a:p>
            <a:r>
              <a:rPr lang="fi-FI" noProof="0" dirty="0"/>
              <a:t>Esittely</a:t>
            </a:r>
            <a:r>
              <a:rPr lang="en-US" dirty="0"/>
              <a:t>: Jyri Nieminen, </a:t>
            </a:r>
            <a:r>
              <a:rPr lang="fi-FI" noProof="0" dirty="0"/>
              <a:t>Vaasan</a:t>
            </a:r>
            <a:r>
              <a:rPr lang="en-US" dirty="0"/>
              <a:t> </a:t>
            </a:r>
            <a:r>
              <a:rPr lang="fi-FI" noProof="0" dirty="0"/>
              <a:t>yliopisto</a:t>
            </a:r>
            <a:r>
              <a:rPr lang="en-US" dirty="0"/>
              <a:t>, </a:t>
            </a:r>
            <a:r>
              <a:rPr lang="fi-FI" noProof="0" dirty="0"/>
              <a:t>tutkija / ohjelmoija. HAVU-projektissa alun perin pyrittiin tutkimaan, miten polkuja voitaisiin tunnistaa käyttämällä satelliittikuvia ja –dataa.
Tämä osoittautui lähes mahdottomaksi ilman kalliita investointeja. Ainoa vaihtoehto olisi ollut kalliit yksityisyritysten, kuten IceEyen, keräämä data. Päätettiin vaihtaa suuntaa kulkukelpoisuuden arviointiin.</a:t>
            </a:r>
          </a:p>
        </p:txBody>
      </p:sp>
      <p:sp>
        <p:nvSpPr>
          <p:cNvPr id="4" name="Slide Number Placeholder 3"/>
          <p:cNvSpPr>
            <a:spLocks noGrp="1"/>
          </p:cNvSpPr>
          <p:nvPr>
            <p:ph type="sldNum" sz="quarter" idx="5"/>
          </p:nvPr>
        </p:nvSpPr>
        <p:spPr/>
        <p:txBody>
          <a:bodyPr/>
          <a:lstStyle/>
          <a:p>
            <a:fld id="{BFDD6F49-EBB7-4CCF-97A8-E526BB28BB69}" type="slidenum">
              <a:rPr lang="en-US" smtClean="0"/>
              <a:t>1</a:t>
            </a:fld>
            <a:endParaRPr lang="en-US" dirty="0"/>
          </a:p>
        </p:txBody>
      </p:sp>
    </p:spTree>
    <p:extLst>
      <p:ext uri="{BB962C8B-B14F-4D97-AF65-F5344CB8AC3E}">
        <p14:creationId xmlns:p14="http://schemas.microsoft.com/office/powerpoint/2010/main" val="7148025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i-FI" dirty="0"/>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i-FI" noProof="0" dirty="0"/>
              <a:t>Tässä esityksessä käydään läpi, miten satelliittidataa voitaisiin hyödyntää syrjäisten ja vaikeasti saavutettavien teiden kulkukelpoisuuden arvioinnissa. Satelliittidata antaa mahdollisuuden tarkastella laajoja ja vaikeasti saavutettavia alueita. Tarkoituksena on antaa pieni käsitys siitä, miten satelliittidata voi täydentää maastossa tehtäviä arviointeja ja siten parantaa teiden kunnon arvioinnin tehokkuutta ja tarkkuutta. Katsotaan läpi vähän, millaista satelliittidataa on saatavilla ja missä sitä voitaisiin hyödyntää ja miten, mutta myös mitä rajoituksia satelliiteilla ja niiden keräämällä tiedolla on.</a:t>
            </a:r>
          </a:p>
          <a:p>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2</a:t>
            </a:fld>
            <a:endParaRPr lang="en-US" dirty="0"/>
          </a:p>
        </p:txBody>
      </p:sp>
    </p:spTree>
    <p:extLst>
      <p:ext uri="{BB962C8B-B14F-4D97-AF65-F5344CB8AC3E}">
        <p14:creationId xmlns:p14="http://schemas.microsoft.com/office/powerpoint/2010/main" val="4149040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i-FI" dirty="0"/>
          </a:p>
        </p:txBody>
      </p:sp>
      <p:sp>
        <p:nvSpPr>
          <p:cNvPr id="3" name="Notes Placeholder 2"/>
          <p:cNvSpPr>
            <a:spLocks noGrp="1"/>
          </p:cNvSpPr>
          <p:nvPr>
            <p:ph type="body" idx="1"/>
          </p:nvPr>
        </p:nvSpPr>
        <p:spPr/>
        <p:txBody>
          <a:bodyPr/>
          <a:lstStyle/>
          <a:p>
            <a:r>
              <a:rPr lang="fi-FI" noProof="0" dirty="0"/>
              <a:t>Syrjäteiden olosuhteiden valvonta voi olla hankalaa perinteiselle maastopohjaiselle valvonnalle. Äkilliset sääolosuhteiden muutokset, kuten lumimyrskyt ja rankkasateet, voivat muuttaa olosuhteita äkillisesti ja paljon. Koska tiet ovat usein asutuskeskusten ulkopuolella ja vähän käytettyjä, näiden kuntojen arviointi jää usein vähäiseksi ja satunnaiseksi. Satelliittikuvien avulla voidaan tehdä nopeaa ja laajamittaista arviointia tällaisten teiden olosuhteista. Satelliittien käytössä on omat rajoitteensa ja ongelmansa, mutta ainakin saadaan alustava käsitys siitä, missä kunnossa tie on. Tarkoituksena ei ole millään tavalla korvata perinteistä valvontaa, vaan enemmänkin tuoda lisää tietoa ja työkaluja sen helpottamiseksi. Satelliittidatan avulla voidaan esimerkiksi antaa osviittaa siitä, missä tuota valvontaa kannattaisi käydä tekemässä tarkemmin. </a:t>
            </a:r>
            <a:r>
              <a:rPr lang="en-US" dirty="0"/>
              <a:t>
</a:t>
            </a:r>
          </a:p>
        </p:txBody>
      </p:sp>
      <p:sp>
        <p:nvSpPr>
          <p:cNvPr id="4" name="Slide Number Placeholder 3"/>
          <p:cNvSpPr>
            <a:spLocks noGrp="1"/>
          </p:cNvSpPr>
          <p:nvPr>
            <p:ph type="sldNum" sz="quarter" idx="5"/>
          </p:nvPr>
        </p:nvSpPr>
        <p:spPr/>
        <p:txBody>
          <a:bodyPr/>
          <a:lstStyle/>
          <a:p>
            <a:fld id="{BFDD6F49-EBB7-4CCF-97A8-E526BB28BB69}" type="slidenum">
              <a:rPr lang="en-US" smtClean="0"/>
              <a:t>3</a:t>
            </a:fld>
            <a:endParaRPr lang="en-US" dirty="0"/>
          </a:p>
        </p:txBody>
      </p:sp>
    </p:spTree>
    <p:extLst>
      <p:ext uri="{BB962C8B-B14F-4D97-AF65-F5344CB8AC3E}">
        <p14:creationId xmlns:p14="http://schemas.microsoft.com/office/powerpoint/2010/main" val="22363693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i-FI" dirty="0"/>
          </a:p>
        </p:txBody>
      </p:sp>
      <p:sp>
        <p:nvSpPr>
          <p:cNvPr id="3" name="Notes Placeholder 2"/>
          <p:cNvSpPr>
            <a:spLocks noGrp="1"/>
          </p:cNvSpPr>
          <p:nvPr>
            <p:ph type="body" idx="1"/>
          </p:nvPr>
        </p:nvSpPr>
        <p:spPr/>
        <p:txBody>
          <a:bodyPr/>
          <a:lstStyle/>
          <a:p>
            <a:r>
              <a:rPr lang="fi-FI" noProof="0" dirty="0"/>
              <a:t>Erittäin pikainen ja lyhyt esittely helposti ja vapaasti saatavilla olevasta satelliittidatasta.
</a:t>
            </a:r>
          </a:p>
        </p:txBody>
      </p:sp>
      <p:sp>
        <p:nvSpPr>
          <p:cNvPr id="4" name="Slide Number Placeholder 3"/>
          <p:cNvSpPr>
            <a:spLocks noGrp="1"/>
          </p:cNvSpPr>
          <p:nvPr>
            <p:ph type="sldNum" sz="quarter" idx="5"/>
          </p:nvPr>
        </p:nvSpPr>
        <p:spPr/>
        <p:txBody>
          <a:bodyPr/>
          <a:lstStyle/>
          <a:p>
            <a:fld id="{BFDD6F49-EBB7-4CCF-97A8-E526BB28BB69}" type="slidenum">
              <a:rPr lang="en-US" smtClean="0"/>
              <a:t>4</a:t>
            </a:fld>
            <a:endParaRPr lang="en-US" dirty="0"/>
          </a:p>
        </p:txBody>
      </p:sp>
    </p:spTree>
    <p:extLst>
      <p:ext uri="{BB962C8B-B14F-4D97-AF65-F5344CB8AC3E}">
        <p14:creationId xmlns:p14="http://schemas.microsoft.com/office/powerpoint/2010/main" val="6380784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i-FI" dirty="0"/>
          </a:p>
        </p:txBody>
      </p:sp>
      <p:sp>
        <p:nvSpPr>
          <p:cNvPr id="3" name="Notes Placeholder 2"/>
          <p:cNvSpPr>
            <a:spLocks noGrp="1"/>
          </p:cNvSpPr>
          <p:nvPr>
            <p:ph type="body" idx="1"/>
          </p:nvPr>
        </p:nvSpPr>
        <p:spPr/>
        <p:txBody>
          <a:bodyPr/>
          <a:lstStyle/>
          <a:p>
            <a:r>
              <a:rPr lang="fi-FI" noProof="0" dirty="0"/>
              <a:t>Satelliittidata tarjoaa tehokkaan työkalun maanpinnan tutkimiseen, erityisesti alueilla, jotka ovat vaikeapääsyisiä. Meille tärkeimmillä satelliiteilla, Sentinel ja Landsat, on vaihtelevat kiertoajat, mitkä vaihtelee päivittäisestä noin kahden viikon välein tehtäviin kuvauksiin. Niiden tarkkuus myös vaihtelee, satelliitista ja kamerasta riippuen, noin metristä kymmeniin metreihin. Nämä satelliitit eivät ota vain perinteisiä kuvia, vaan kuvaavat myös mm. infrapuna ja tutka-alueella, mikä auttaa näkemään pilvien läpi. Tämä helpottaa etenkin Suomessa, missä talvet on usein pilvisiä. 
</a:t>
            </a:r>
            <a:r>
              <a:rPr lang="en-US" dirty="0"/>
              <a:t>
</a:t>
            </a:r>
          </a:p>
        </p:txBody>
      </p:sp>
      <p:sp>
        <p:nvSpPr>
          <p:cNvPr id="4" name="Slide Number Placeholder 3"/>
          <p:cNvSpPr>
            <a:spLocks noGrp="1"/>
          </p:cNvSpPr>
          <p:nvPr>
            <p:ph type="sldNum" sz="quarter" idx="5"/>
          </p:nvPr>
        </p:nvSpPr>
        <p:spPr/>
        <p:txBody>
          <a:bodyPr/>
          <a:lstStyle/>
          <a:p>
            <a:fld id="{BFDD6F49-EBB7-4CCF-97A8-E526BB28BB69}" type="slidenum">
              <a:rPr lang="en-US" smtClean="0"/>
              <a:t>5</a:t>
            </a:fld>
            <a:endParaRPr lang="en-US" dirty="0"/>
          </a:p>
        </p:txBody>
      </p:sp>
    </p:spTree>
    <p:extLst>
      <p:ext uri="{BB962C8B-B14F-4D97-AF65-F5344CB8AC3E}">
        <p14:creationId xmlns:p14="http://schemas.microsoft.com/office/powerpoint/2010/main" val="32598054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i-FI"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6</a:t>
            </a:fld>
            <a:endParaRPr lang="en-US" dirty="0"/>
          </a:p>
        </p:txBody>
      </p:sp>
    </p:spTree>
    <p:extLst>
      <p:ext uri="{BB962C8B-B14F-4D97-AF65-F5344CB8AC3E}">
        <p14:creationId xmlns:p14="http://schemas.microsoft.com/office/powerpoint/2010/main" val="4270145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i-FI" dirty="0"/>
          </a:p>
        </p:txBody>
      </p:sp>
      <p:sp>
        <p:nvSpPr>
          <p:cNvPr id="3" name="Notes Placeholder 2"/>
          <p:cNvSpPr>
            <a:spLocks noGrp="1"/>
          </p:cNvSpPr>
          <p:nvPr>
            <p:ph type="body" idx="1"/>
          </p:nvPr>
        </p:nvSpPr>
        <p:spPr/>
        <p:txBody>
          <a:bodyPr/>
          <a:lstStyle/>
          <a:p>
            <a:r>
              <a:rPr lang="fi-FI" sz="1200" b="0" kern="1200" dirty="0">
                <a:solidFill>
                  <a:schemeClr val="tx1"/>
                </a:solidFill>
                <a:effectLst/>
                <a:latin typeface="+mn-lt"/>
                <a:ea typeface="+mn-ea"/>
                <a:cs typeface="+mn-cs"/>
              </a:rPr>
              <a:t>Teiden kulkukelpoisuuden arviointiin satelliittidatan avulla käytetään useita tekniikoita, jotka on räätälöity havaitsemaan tiettyjä olosuhteita, kuten lumipeitettä ja tulvia. Optiset kuvat satelliiteista, kuten Sentinel-2, voivat tunnistaa valkoiset pinnat, jotka viittaavat lumeen, ja algoritmit, </a:t>
            </a:r>
            <a:r>
              <a:rPr lang="fi-FI" sz="1200" b="0" kern="1200">
                <a:solidFill>
                  <a:schemeClr val="tx1"/>
                </a:solidFill>
                <a:effectLst/>
                <a:latin typeface="+mn-lt"/>
                <a:ea typeface="+mn-ea"/>
                <a:cs typeface="+mn-cs"/>
              </a:rPr>
              <a:t>kuten NDVI eli normalisoitu </a:t>
            </a:r>
            <a:r>
              <a:rPr lang="fi-FI" sz="1200" b="0" kern="1200" dirty="0">
                <a:solidFill>
                  <a:schemeClr val="tx1"/>
                </a:solidFill>
                <a:effectLst/>
                <a:latin typeface="+mn-lt"/>
                <a:ea typeface="+mn-ea"/>
                <a:cs typeface="+mn-cs"/>
              </a:rPr>
              <a:t>kasvillisuusindeksi, auttavat erottamaan lumen muista valkoisista piirteistä. Tulvien ja veden osalta tutkadata satelliiteista, kuten Sentinel-1, on erityisen tehokas, koska se voi havaita veden läsnäolon jopa pilvipeitteen läpi. Historiallisten tietojen vertailut parantavat entisestään näiden arviointien tarkkuutta.</a:t>
            </a:r>
          </a:p>
          <a:p>
            <a:br>
              <a:rPr lang="fi-FI" sz="1200" b="0" kern="1200" dirty="0">
                <a:solidFill>
                  <a:schemeClr val="tx1"/>
                </a:solidFill>
                <a:effectLst/>
                <a:latin typeface="+mn-lt"/>
                <a:ea typeface="+mn-ea"/>
                <a:cs typeface="+mn-cs"/>
              </a:rPr>
            </a:br>
            <a:endParaRPr lang="fi-FI" sz="1200" b="0" kern="1200" dirty="0">
              <a:solidFill>
                <a:schemeClr val="tx1"/>
              </a:solidFill>
              <a:effectLst/>
              <a:latin typeface="+mn-lt"/>
              <a:ea typeface="+mn-ea"/>
              <a:cs typeface="+mn-cs"/>
            </a:endParaRPr>
          </a:p>
          <a:p>
            <a:r>
              <a:rPr lang="fi-FI" sz="1200" b="0" kern="1200" dirty="0">
                <a:solidFill>
                  <a:schemeClr val="tx1"/>
                </a:solidFill>
                <a:effectLst/>
                <a:latin typeface="+mn-lt"/>
                <a:ea typeface="+mn-ea"/>
                <a:cs typeface="+mn-cs"/>
              </a:rPr>
              <a:t>Arviointi menee yleensä niin, että haetaan ensin tieverkoston kartta ja koordinaatit. Tämän jälkeen niitä sijainteja verrataan satelliittidataa vastaan, jonka jälkeen tehdään arvio sen halutun tien kunnosta. Esimerkiksi: Onko tie lumenpeitossa? Kuinka syvä lumipeite mahdollisesti on? Tai onko se tie veden peitossa ja kuinka paljon sitä vettä vaikuttaa olevan. Tällä arvioinnilla on omat rajoitteensa, mukaan lukien ajallinen tarkkuus, joka ei välttämättä tarjoa reaaliaikaisia päivityksiä johtuen satelliittien kiertoajoista, paikallinen tarkkuus, joka saattaa jättää pienimuotoiset esteet huomaamatta, sekä optisen datan rajoitteet pilvipeitteen vuoksi. Näistä huolimatta nämä tekniikat tarjoavat pohjaa teiden olosuhteiden seurantaan syrjäisillä alueilla.</a:t>
            </a:r>
          </a:p>
          <a:p>
            <a:r>
              <a:rPr lang="en-US" dirty="0"/>
              <a:t>
---</a:t>
            </a:r>
          </a:p>
          <a:p>
            <a:r>
              <a:rPr lang="fi-FI" dirty="0"/>
              <a:t>NDVI eli normalisoitu kasvillisuusindeksi mittaa kasvillisuuden määrää ja terveyttä vertaamalla punaisen ja lähi-infrapunan heijastuksia. Arvo vaihtelee -1 ja +1 välillä: korkeat arvot tarkoittavat tiheää ja terveellistä kasvillisuutta, matalat arvot paljasta vettä, lunta tai paljasta maata.</a:t>
            </a:r>
            <a:r>
              <a:rPr lang="en-US" dirty="0"/>
              <a:t>
---
</a:t>
            </a:r>
          </a:p>
        </p:txBody>
      </p:sp>
      <p:sp>
        <p:nvSpPr>
          <p:cNvPr id="4" name="Slide Number Placeholder 3"/>
          <p:cNvSpPr>
            <a:spLocks noGrp="1"/>
          </p:cNvSpPr>
          <p:nvPr>
            <p:ph type="sldNum" sz="quarter" idx="5"/>
          </p:nvPr>
        </p:nvSpPr>
        <p:spPr/>
        <p:txBody>
          <a:bodyPr/>
          <a:lstStyle/>
          <a:p>
            <a:fld id="{BFDD6F49-EBB7-4CCF-97A8-E526BB28BB69}" type="slidenum">
              <a:rPr lang="en-US" smtClean="0"/>
              <a:t>7</a:t>
            </a:fld>
            <a:endParaRPr lang="en-US" dirty="0"/>
          </a:p>
        </p:txBody>
      </p:sp>
    </p:spTree>
    <p:extLst>
      <p:ext uri="{BB962C8B-B14F-4D97-AF65-F5344CB8AC3E}">
        <p14:creationId xmlns:p14="http://schemas.microsoft.com/office/powerpoint/2010/main" val="3783361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i-FI"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8</a:t>
            </a:fld>
            <a:endParaRPr lang="en-US" dirty="0"/>
          </a:p>
        </p:txBody>
      </p:sp>
    </p:spTree>
    <p:extLst>
      <p:ext uri="{BB962C8B-B14F-4D97-AF65-F5344CB8AC3E}">
        <p14:creationId xmlns:p14="http://schemas.microsoft.com/office/powerpoint/2010/main" val="14924529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i-FI" dirty="0"/>
          </a:p>
        </p:txBody>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5"/>
          </p:nvPr>
        </p:nvSpPr>
        <p:spPr/>
        <p:txBody>
          <a:bodyPr/>
          <a:lstStyle/>
          <a:p>
            <a:fld id="{BFDD6F49-EBB7-4CCF-97A8-E526BB28BB69}" type="slidenum">
              <a:rPr lang="en-US" smtClean="0"/>
              <a:t>9</a:t>
            </a:fld>
            <a:endParaRPr lang="en-US" dirty="0"/>
          </a:p>
        </p:txBody>
      </p:sp>
    </p:spTree>
    <p:extLst>
      <p:ext uri="{BB962C8B-B14F-4D97-AF65-F5344CB8AC3E}">
        <p14:creationId xmlns:p14="http://schemas.microsoft.com/office/powerpoint/2010/main" val="34206033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with Picture">
    <p:bg>
      <p:bgRef idx="1001">
        <a:schemeClr val="bg1"/>
      </p:bgRef>
    </p:bg>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0202F551-CD9C-6E27-92C3-595934B22837}"/>
              </a:ext>
            </a:extLst>
          </p:cNvPr>
          <p:cNvSpPr/>
          <p:nvPr/>
        </p:nvSpPr>
        <p:spPr>
          <a:xfrm>
            <a:off x="1062566" y="1161412"/>
            <a:ext cx="10221119"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5" name="Shape">
            <a:extLst>
              <a:ext uri="{FF2B5EF4-FFF2-40B4-BE49-F238E27FC236}">
                <a16:creationId xmlns:a16="http://schemas.microsoft.com/office/drawing/2014/main" id="{A703234F-30D0-CB47-612B-1247B3B32162}"/>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cxnSp>
        <p:nvCxnSpPr>
          <p:cNvPr id="10" name="Straight Connector 9">
            <a:extLst>
              <a:ext uri="{FF2B5EF4-FFF2-40B4-BE49-F238E27FC236}">
                <a16:creationId xmlns:a16="http://schemas.microsoft.com/office/drawing/2014/main" id="{8A20E2C7-A47E-F74C-7AE3-3B9E0FAB4AC3}"/>
              </a:ext>
            </a:extLst>
          </p:cNvPr>
          <p:cNvCxnSpPr>
            <a:cxnSpLocks/>
          </p:cNvCxnSpPr>
          <p:nvPr/>
        </p:nvCxnSpPr>
        <p:spPr>
          <a:xfrm>
            <a:off x="7223309" y="800100"/>
            <a:ext cx="0" cy="4953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61123" y="1339060"/>
            <a:ext cx="4974183" cy="2624418"/>
          </a:xfrm>
        </p:spPr>
        <p:txBody>
          <a:bodyPr vert="horz" lIns="91440" tIns="45720" rIns="91440" bIns="45720" rtlCol="0" anchor="t">
            <a:normAutofit/>
          </a:bodyPr>
          <a:lstStyle>
            <a:lvl1pPr>
              <a:defRPr lang="en-US" sz="48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459205" y="4312625"/>
            <a:ext cx="4974183" cy="1065807"/>
          </a:xfrm>
        </p:spPr>
        <p:txBody>
          <a:bodyPr vert="horz" lIns="91440" tIns="45720" rIns="91440" bIns="45720" rtlCol="0" anchor="b">
            <a:normAutofit/>
          </a:bodyPr>
          <a:lstStyle>
            <a:lvl1pPr marL="0" indent="0">
              <a:buNone/>
              <a:defRPr lang="en-US" sz="1600" cap="all" baseline="0" dirty="0"/>
            </a:lvl1pPr>
          </a:lstStyle>
          <a:p>
            <a:pPr lvl="0"/>
            <a:r>
              <a:rPr lang="en-US"/>
              <a:t>Click to edit Master subtitle style</a:t>
            </a:r>
            <a:endParaRPr lang="en-US" dirty="0"/>
          </a:p>
        </p:txBody>
      </p:sp>
      <p:sp>
        <p:nvSpPr>
          <p:cNvPr id="6" name="Picture Placeholder 13">
            <a:extLst>
              <a:ext uri="{FF2B5EF4-FFF2-40B4-BE49-F238E27FC236}">
                <a16:creationId xmlns:a16="http://schemas.microsoft.com/office/drawing/2014/main" id="{4DC1A109-E158-1AD7-E2B7-416EEE08ACC4}"/>
              </a:ext>
            </a:extLst>
          </p:cNvPr>
          <p:cNvSpPr>
            <a:spLocks noGrp="1"/>
          </p:cNvSpPr>
          <p:nvPr>
            <p:ph type="pic" sz="quarter" idx="10" hasCustomPrompt="1"/>
          </p:nvPr>
        </p:nvSpPr>
        <p:spPr>
          <a:xfrm>
            <a:off x="7238313" y="812266"/>
            <a:ext cx="3829736" cy="4928136"/>
          </a:xfrm>
          <a:blipFill>
            <a:blip r:embed="rId2">
              <a:alphaModFix amt="85000"/>
              <a:extLst>
                <a:ext uri="{28A0092B-C50C-407E-A947-70E740481C1C}">
                  <a14:useLocalDpi xmlns:a14="http://schemas.microsoft.com/office/drawing/2010/main" val="0"/>
                </a:ext>
              </a:extLst>
            </a:blip>
            <a:stretch>
              <a:fillRect/>
            </a:stretch>
          </a:blipFill>
          <a:ln w="25400">
            <a:noFill/>
          </a:ln>
        </p:spPr>
        <p:txBody>
          <a:bodyPr vert="horz" lIns="91440" tIns="0" rIns="0" bIns="0" rtlCol="0">
            <a:noAutofit/>
          </a:bodyPr>
          <a:lstStyle>
            <a:lvl1pPr marL="0" indent="0">
              <a:buNone/>
              <a:defRPr lang="en-US" sz="2400" b="0" i="0" noProof="0">
                <a:solidFill>
                  <a:schemeClr val="tx1"/>
                </a:solidFill>
              </a:defRPr>
            </a:lvl1pPr>
          </a:lstStyle>
          <a:p>
            <a:pPr marL="228600" lvl="0" indent="-228600">
              <a:lnSpc>
                <a:spcPct val="150000"/>
              </a:lnSpc>
            </a:pPr>
            <a:r>
              <a:rPr lang="en-US" noProof="0" dirty="0"/>
              <a:t>  </a:t>
            </a:r>
          </a:p>
        </p:txBody>
      </p:sp>
      <p:sp>
        <p:nvSpPr>
          <p:cNvPr id="15" name="Footer Placeholder 4">
            <a:extLst>
              <a:ext uri="{FF2B5EF4-FFF2-40B4-BE49-F238E27FC236}">
                <a16:creationId xmlns:a16="http://schemas.microsoft.com/office/drawing/2014/main" id="{DF7B139E-1A4F-D7CF-7764-58DA6FAFE2EA}"/>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dirty="0"/>
          </a:p>
        </p:txBody>
      </p:sp>
      <p:sp>
        <p:nvSpPr>
          <p:cNvPr id="14" name="Date Placeholder 3">
            <a:extLst>
              <a:ext uri="{FF2B5EF4-FFF2-40B4-BE49-F238E27FC236}">
                <a16:creationId xmlns:a16="http://schemas.microsoft.com/office/drawing/2014/main" id="{9538451A-1E74-ABF8-A9BB-311A384BE9B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dirty="0"/>
          </a:p>
        </p:txBody>
      </p:sp>
      <p:sp>
        <p:nvSpPr>
          <p:cNvPr id="16" name="Slide Number Placeholder 5">
            <a:extLst>
              <a:ext uri="{FF2B5EF4-FFF2-40B4-BE49-F238E27FC236}">
                <a16:creationId xmlns:a16="http://schemas.microsoft.com/office/drawing/2014/main" id="{358985DD-E6CE-DBCC-61CF-9BBFE330EF13}"/>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186510263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D8A1486C-62DF-0286-F0FA-6D8E6C8513B7}"/>
              </a:ext>
            </a:extLst>
          </p:cNvPr>
          <p:cNvSpPr>
            <a:spLocks noGrp="1"/>
          </p:cNvSpPr>
          <p:nvPr>
            <p:ph type="title"/>
          </p:nvPr>
        </p:nvSpPr>
        <p:spPr>
          <a:xfrm>
            <a:off x="612648" y="514649"/>
            <a:ext cx="10963655" cy="97237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7" name="Text Placeholder 2">
            <a:extLst>
              <a:ext uri="{FF2B5EF4-FFF2-40B4-BE49-F238E27FC236}">
                <a16:creationId xmlns:a16="http://schemas.microsoft.com/office/drawing/2014/main" id="{F873A82E-EC69-8912-507C-DA9B307DE6F2}"/>
              </a:ext>
            </a:extLst>
          </p:cNvPr>
          <p:cNvSpPr>
            <a:spLocks noGrp="1"/>
          </p:cNvSpPr>
          <p:nvPr>
            <p:ph idx="1"/>
          </p:nvPr>
        </p:nvSpPr>
        <p:spPr>
          <a:xfrm>
            <a:off x="612647" y="1629786"/>
            <a:ext cx="10963656"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a:extLst>
              <a:ext uri="{FF2B5EF4-FFF2-40B4-BE49-F238E27FC236}">
                <a16:creationId xmlns:a16="http://schemas.microsoft.com/office/drawing/2014/main" id="{0CDC75B5-A903-6188-96C8-F110399607F2}"/>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dirty="0"/>
          </a:p>
        </p:txBody>
      </p:sp>
      <p:sp>
        <p:nvSpPr>
          <p:cNvPr id="10" name="Date Placeholder 3">
            <a:extLst>
              <a:ext uri="{FF2B5EF4-FFF2-40B4-BE49-F238E27FC236}">
                <a16:creationId xmlns:a16="http://schemas.microsoft.com/office/drawing/2014/main" id="{B97D771A-54A9-9D83-6EAA-DDC7151C8627}"/>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dirty="0"/>
          </a:p>
        </p:txBody>
      </p:sp>
      <p:sp>
        <p:nvSpPr>
          <p:cNvPr id="12" name="Slide Number Placeholder 5">
            <a:extLst>
              <a:ext uri="{FF2B5EF4-FFF2-40B4-BE49-F238E27FC236}">
                <a16:creationId xmlns:a16="http://schemas.microsoft.com/office/drawing/2014/main" id="{52259B42-FA10-6971-2364-7DC5DFA2DAA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662819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2">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4D7E220B-260A-1899-9D05-BB8723A88261}"/>
              </a:ext>
            </a:extLst>
          </p:cNvPr>
          <p:cNvGrpSpPr/>
          <p:nvPr/>
        </p:nvGrpSpPr>
        <p:grpSpPr>
          <a:xfrm>
            <a:off x="6941116" y="366348"/>
            <a:ext cx="4886768" cy="6125303"/>
            <a:chOff x="521210" y="647905"/>
            <a:chExt cx="11365967" cy="5565740"/>
          </a:xfrm>
        </p:grpSpPr>
        <p:sp>
          <p:nvSpPr>
            <p:cNvPr id="5" name="Shape 2">
              <a:extLst>
                <a:ext uri="{FF2B5EF4-FFF2-40B4-BE49-F238E27FC236}">
                  <a16:creationId xmlns:a16="http://schemas.microsoft.com/office/drawing/2014/main" id="{91ECAE7C-A949-93C0-3EB3-0B16C6DAC3B2}"/>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6" name="Shape 1">
              <a:extLst>
                <a:ext uri="{FF2B5EF4-FFF2-40B4-BE49-F238E27FC236}">
                  <a16:creationId xmlns:a16="http://schemas.microsoft.com/office/drawing/2014/main" id="{C0165170-3C5A-515F-1EA4-AA3CB178D565}"/>
                </a:ext>
              </a:extLst>
            </p:cNvPr>
            <p:cNvSpPr/>
            <p:nvPr/>
          </p:nvSpPr>
          <p:spPr>
            <a:xfrm>
              <a:off x="521210" y="647905"/>
              <a:ext cx="10911523"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7" name="Title 6">
            <a:extLst>
              <a:ext uri="{FF2B5EF4-FFF2-40B4-BE49-F238E27FC236}">
                <a16:creationId xmlns:a16="http://schemas.microsoft.com/office/drawing/2014/main" id="{77F9E3EB-FD43-A59C-A54A-F11FA9251FDC}"/>
              </a:ext>
            </a:extLst>
          </p:cNvPr>
          <p:cNvSpPr>
            <a:spLocks noGrp="1"/>
          </p:cNvSpPr>
          <p:nvPr>
            <p:ph type="title"/>
          </p:nvPr>
        </p:nvSpPr>
        <p:spPr>
          <a:xfrm>
            <a:off x="7168896" y="1129554"/>
            <a:ext cx="4219626" cy="3475236"/>
          </a:xfrm>
        </p:spPr>
        <p:txBody>
          <a:bodyPr anchor="b">
            <a:normAutofit/>
          </a:bodyPr>
          <a:lstStyle>
            <a:lvl1pPr>
              <a:defRPr sz="4800"/>
            </a:lvl1pPr>
          </a:lstStyle>
          <a:p>
            <a:r>
              <a:rPr lang="en-US" dirty="0"/>
              <a:t>Click to edit Master title style</a:t>
            </a:r>
          </a:p>
        </p:txBody>
      </p:sp>
      <p:sp>
        <p:nvSpPr>
          <p:cNvPr id="15" name="Subtitle 2">
            <a:extLst>
              <a:ext uri="{FF2B5EF4-FFF2-40B4-BE49-F238E27FC236}">
                <a16:creationId xmlns:a16="http://schemas.microsoft.com/office/drawing/2014/main" id="{56AC0B9A-E217-462C-714E-6E5BE5799003}"/>
              </a:ext>
            </a:extLst>
          </p:cNvPr>
          <p:cNvSpPr>
            <a:spLocks noGrp="1"/>
          </p:cNvSpPr>
          <p:nvPr>
            <p:ph type="subTitle" idx="1"/>
          </p:nvPr>
        </p:nvSpPr>
        <p:spPr>
          <a:xfrm>
            <a:off x="7168895" y="4731335"/>
            <a:ext cx="4219626" cy="1184585"/>
          </a:xfrm>
        </p:spPr>
        <p:txBody>
          <a:bodyPr vert="horz" lIns="91440" tIns="45720" rIns="91440" bIns="45720" rtlCol="0" anchor="t">
            <a:normAutofit/>
          </a:bodyPr>
          <a:lstStyle>
            <a:lvl1pPr marL="0" indent="0">
              <a:buNone/>
              <a:defRPr lang="en-US" sz="1600" cap="all" baseline="0"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6584950" cy="6858000"/>
          </a:xfrm>
          <a:blipFill>
            <a:blip r:embed="rId2">
              <a:alphaModFix amt="85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dirty="0"/>
              <a:t>  </a:t>
            </a:r>
          </a:p>
        </p:txBody>
      </p:sp>
      <p:cxnSp>
        <p:nvCxnSpPr>
          <p:cNvPr id="12" name="Straight Connector 11">
            <a:extLst>
              <a:ext uri="{FF2B5EF4-FFF2-40B4-BE49-F238E27FC236}">
                <a16:creationId xmlns:a16="http://schemas.microsoft.com/office/drawing/2014/main" id="{AF16905E-92F3-BA17-041B-A2D4BCBF5BB2}"/>
              </a:ext>
            </a:extLst>
          </p:cNvPr>
          <p:cNvCxnSpPr>
            <a:cxnSpLocks/>
          </p:cNvCxnSpPr>
          <p:nvPr userDrawn="1"/>
        </p:nvCxnSpPr>
        <p:spPr>
          <a:xfrm>
            <a:off x="659257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478042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
    <p:bg>
      <p:bgRef idx="1001">
        <a:schemeClr val="bg1"/>
      </p:bgRef>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57F24906-AE7E-6354-BEF6-653E4278B8E2}"/>
              </a:ext>
            </a:extLst>
          </p:cNvPr>
          <p:cNvGrpSpPr/>
          <p:nvPr/>
        </p:nvGrpSpPr>
        <p:grpSpPr>
          <a:xfrm>
            <a:off x="365760" y="366348"/>
            <a:ext cx="4886768" cy="6125303"/>
            <a:chOff x="521210" y="647905"/>
            <a:chExt cx="11365967" cy="5565740"/>
          </a:xfrm>
        </p:grpSpPr>
        <p:sp>
          <p:nvSpPr>
            <p:cNvPr id="8" name="Shape 2">
              <a:extLst>
                <a:ext uri="{FF2B5EF4-FFF2-40B4-BE49-F238E27FC236}">
                  <a16:creationId xmlns:a16="http://schemas.microsoft.com/office/drawing/2014/main" id="{97863BD0-3668-62B2-C6F4-BD77D371C352}"/>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9" name="Shape 1">
              <a:extLst>
                <a:ext uri="{FF2B5EF4-FFF2-40B4-BE49-F238E27FC236}">
                  <a16:creationId xmlns:a16="http://schemas.microsoft.com/office/drawing/2014/main" id="{A731F6E5-8C9E-C424-E6F3-6E6FC4DD5464}"/>
                </a:ext>
              </a:extLst>
            </p:cNvPr>
            <p:cNvSpPr/>
            <p:nvPr/>
          </p:nvSpPr>
          <p:spPr>
            <a:xfrm>
              <a:off x="521210" y="647905"/>
              <a:ext cx="10911523"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5" name="Title 4">
            <a:extLst>
              <a:ext uri="{FF2B5EF4-FFF2-40B4-BE49-F238E27FC236}">
                <a16:creationId xmlns:a16="http://schemas.microsoft.com/office/drawing/2014/main" id="{1FE1C070-AE3A-DBC9-E7FC-B233E403A44B}"/>
              </a:ext>
            </a:extLst>
          </p:cNvPr>
          <p:cNvSpPr>
            <a:spLocks noGrp="1"/>
          </p:cNvSpPr>
          <p:nvPr>
            <p:ph type="title"/>
          </p:nvPr>
        </p:nvSpPr>
        <p:spPr>
          <a:xfrm>
            <a:off x="593541" y="603503"/>
            <a:ext cx="4235820" cy="3739895"/>
          </a:xfrm>
        </p:spPr>
        <p:txBody>
          <a:bodyPr>
            <a:normAutofit/>
          </a:bodyPr>
          <a:lstStyle>
            <a:lvl1pPr>
              <a:defRPr sz="5200"/>
            </a:lvl1pPr>
          </a:lstStyle>
          <a:p>
            <a:r>
              <a:rPr lang="en-US" dirty="0"/>
              <a:t>Click to edit Master title style</a:t>
            </a:r>
          </a:p>
        </p:txBody>
      </p:sp>
      <p:sp>
        <p:nvSpPr>
          <p:cNvPr id="13" name="Subtitle 2">
            <a:extLst>
              <a:ext uri="{FF2B5EF4-FFF2-40B4-BE49-F238E27FC236}">
                <a16:creationId xmlns:a16="http://schemas.microsoft.com/office/drawing/2014/main" id="{2F9F140D-1A01-09CE-B008-51350362BB32}"/>
              </a:ext>
            </a:extLst>
          </p:cNvPr>
          <p:cNvSpPr>
            <a:spLocks noGrp="1"/>
          </p:cNvSpPr>
          <p:nvPr>
            <p:ph type="subTitle" idx="1"/>
          </p:nvPr>
        </p:nvSpPr>
        <p:spPr>
          <a:xfrm>
            <a:off x="593541" y="4661255"/>
            <a:ext cx="4235820" cy="1380744"/>
          </a:xfrm>
        </p:spPr>
        <p:txBody>
          <a:bodyPr vert="horz" lIns="91440" tIns="45720" rIns="91440" bIns="45720" rtlCol="0" anchor="b">
            <a:normAutofit/>
          </a:bodyPr>
          <a:lstStyle>
            <a:lvl1pPr marL="0" indent="0">
              <a:buNone/>
              <a:defRPr lang="en-US" sz="1800" cap="all" baseline="0"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613962" y="0"/>
            <a:ext cx="6578038" cy="6858000"/>
          </a:xfrm>
          <a:blipFill>
            <a:blip r:embed="rId2">
              <a:alphaModFix amt="85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dirty="0"/>
              <a:t>  </a:t>
            </a:r>
          </a:p>
        </p:txBody>
      </p:sp>
      <p:cxnSp>
        <p:nvCxnSpPr>
          <p:cNvPr id="10" name="Straight Connector 9">
            <a:extLst>
              <a:ext uri="{FF2B5EF4-FFF2-40B4-BE49-F238E27FC236}">
                <a16:creationId xmlns:a16="http://schemas.microsoft.com/office/drawing/2014/main" id="{E33280CB-6F3A-4AAC-F373-F6910037E871}"/>
              </a:ext>
            </a:extLst>
          </p:cNvPr>
          <p:cNvCxnSpPr>
            <a:cxnSpLocks/>
          </p:cNvCxnSpPr>
          <p:nvPr/>
        </p:nvCxnSpPr>
        <p:spPr>
          <a:xfrm>
            <a:off x="5594712"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613891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4">
    <p:bg>
      <p:bgRef idx="1001">
        <a:schemeClr val="bg1"/>
      </p:bgRef>
    </p:bg>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0202F551-CD9C-6E27-92C3-595934B22837}"/>
              </a:ext>
            </a:extLst>
          </p:cNvPr>
          <p:cNvSpPr/>
          <p:nvPr/>
        </p:nvSpPr>
        <p:spPr>
          <a:xfrm>
            <a:off x="1062566" y="1161412"/>
            <a:ext cx="10221119"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5" name="Shape">
            <a:extLst>
              <a:ext uri="{FF2B5EF4-FFF2-40B4-BE49-F238E27FC236}">
                <a16:creationId xmlns:a16="http://schemas.microsoft.com/office/drawing/2014/main" id="{A703234F-30D0-CB47-612B-1247B3B32162}"/>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cxnSp>
        <p:nvCxnSpPr>
          <p:cNvPr id="10" name="Straight Connector 9">
            <a:extLst>
              <a:ext uri="{FF2B5EF4-FFF2-40B4-BE49-F238E27FC236}">
                <a16:creationId xmlns:a16="http://schemas.microsoft.com/office/drawing/2014/main" id="{8A20E2C7-A47E-F74C-7AE3-3B9E0FAB4AC3}"/>
              </a:ext>
            </a:extLst>
          </p:cNvPr>
          <p:cNvCxnSpPr>
            <a:cxnSpLocks/>
          </p:cNvCxnSpPr>
          <p:nvPr/>
        </p:nvCxnSpPr>
        <p:spPr>
          <a:xfrm>
            <a:off x="8790317" y="800100"/>
            <a:ext cx="0" cy="4953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61123" y="1339060"/>
            <a:ext cx="6699667" cy="2207884"/>
          </a:xfrm>
        </p:spPr>
        <p:txBody>
          <a:bodyPr vert="horz" lIns="91440" tIns="45720" rIns="91440" bIns="45720" rtlCol="0" anchor="b">
            <a:normAutofit/>
          </a:bodyPr>
          <a:lstStyle>
            <a:lvl1pPr>
              <a:defRPr lang="en-US" sz="48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459205" y="3786997"/>
            <a:ext cx="6699665" cy="1591436"/>
          </a:xfrm>
        </p:spPr>
        <p:txBody>
          <a:bodyPr vert="horz" lIns="91440" tIns="45720" rIns="91440" bIns="45720" rtlCol="0" anchor="t">
            <a:normAutofit/>
          </a:bodyPr>
          <a:lstStyle>
            <a:lvl1pPr marL="0" indent="0">
              <a:buNone/>
              <a:defRPr lang="en-US" sz="1600" cap="all" baseline="0" dirty="0"/>
            </a:lvl1pPr>
          </a:lstStyle>
          <a:p>
            <a:pPr lvl="0"/>
            <a:r>
              <a:rPr lang="en-US" dirty="0"/>
              <a:t>Click to edit Master subtitle style</a:t>
            </a:r>
          </a:p>
        </p:txBody>
      </p:sp>
      <p:sp>
        <p:nvSpPr>
          <p:cNvPr id="6" name="Picture Placeholder 13">
            <a:extLst>
              <a:ext uri="{FF2B5EF4-FFF2-40B4-BE49-F238E27FC236}">
                <a16:creationId xmlns:a16="http://schemas.microsoft.com/office/drawing/2014/main" id="{4DC1A109-E158-1AD7-E2B7-416EEE08ACC4}"/>
              </a:ext>
            </a:extLst>
          </p:cNvPr>
          <p:cNvSpPr>
            <a:spLocks noGrp="1"/>
          </p:cNvSpPr>
          <p:nvPr>
            <p:ph type="pic" sz="quarter" idx="10" hasCustomPrompt="1"/>
          </p:nvPr>
        </p:nvSpPr>
        <p:spPr>
          <a:xfrm>
            <a:off x="8807569" y="812266"/>
            <a:ext cx="2260479" cy="4928136"/>
          </a:xfrm>
          <a:blipFill>
            <a:blip r:embed="rId2">
              <a:alphaModFix amt="85000"/>
              <a:extLst>
                <a:ext uri="{28A0092B-C50C-407E-A947-70E740481C1C}">
                  <a14:useLocalDpi xmlns:a14="http://schemas.microsoft.com/office/drawing/2010/main" val="0"/>
                </a:ext>
              </a:extLst>
            </a:blip>
            <a:stretch>
              <a:fillRect/>
            </a:stretch>
          </a:blipFill>
          <a:ln w="25400">
            <a:noFill/>
          </a:ln>
        </p:spPr>
        <p:txBody>
          <a:bodyPr vert="horz" lIns="91440" tIns="0" rIns="0" bIns="0" rtlCol="0">
            <a:noAutofit/>
          </a:bodyPr>
          <a:lstStyle>
            <a:lvl1pPr marL="0" indent="0">
              <a:buNone/>
              <a:defRPr lang="en-US" sz="2400" b="0" i="0" noProof="0">
                <a:solidFill>
                  <a:schemeClr val="tx1"/>
                </a:solidFill>
              </a:defRPr>
            </a:lvl1pPr>
          </a:lstStyle>
          <a:p>
            <a:pPr marL="228600" lvl="0" indent="-228600">
              <a:lnSpc>
                <a:spcPct val="150000"/>
              </a:lnSpc>
            </a:pPr>
            <a:r>
              <a:rPr lang="en-US" noProof="0" dirty="0"/>
              <a:t>  </a:t>
            </a:r>
          </a:p>
        </p:txBody>
      </p:sp>
      <p:sp>
        <p:nvSpPr>
          <p:cNvPr id="15" name="Footer Placeholder 4">
            <a:extLst>
              <a:ext uri="{FF2B5EF4-FFF2-40B4-BE49-F238E27FC236}">
                <a16:creationId xmlns:a16="http://schemas.microsoft.com/office/drawing/2014/main" id="{DF7B139E-1A4F-D7CF-7764-58DA6FAFE2EA}"/>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dirty="0"/>
          </a:p>
        </p:txBody>
      </p:sp>
      <p:sp>
        <p:nvSpPr>
          <p:cNvPr id="14" name="Date Placeholder 3">
            <a:extLst>
              <a:ext uri="{FF2B5EF4-FFF2-40B4-BE49-F238E27FC236}">
                <a16:creationId xmlns:a16="http://schemas.microsoft.com/office/drawing/2014/main" id="{9538451A-1E74-ABF8-A9BB-311A384BE9B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dirty="0"/>
          </a:p>
        </p:txBody>
      </p:sp>
      <p:sp>
        <p:nvSpPr>
          <p:cNvPr id="16" name="Slide Number Placeholder 5">
            <a:extLst>
              <a:ext uri="{FF2B5EF4-FFF2-40B4-BE49-F238E27FC236}">
                <a16:creationId xmlns:a16="http://schemas.microsoft.com/office/drawing/2014/main" id="{358985DD-E6CE-DBCC-61CF-9BBFE330EF13}"/>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354260349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itle">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B67FC65-5AAF-6A23-5752-1C26B207DC72}"/>
              </a:ext>
            </a:extLst>
          </p:cNvPr>
          <p:cNvGrpSpPr/>
          <p:nvPr/>
        </p:nvGrpSpPr>
        <p:grpSpPr>
          <a:xfrm>
            <a:off x="452064" y="492893"/>
            <a:ext cx="11287872" cy="5876422"/>
            <a:chOff x="521208" y="647905"/>
            <a:chExt cx="11365969" cy="5565740"/>
          </a:xfrm>
        </p:grpSpPr>
        <p:sp>
          <p:nvSpPr>
            <p:cNvPr id="5" name="Shape 2">
              <a:extLst>
                <a:ext uri="{FF2B5EF4-FFF2-40B4-BE49-F238E27FC236}">
                  <a16:creationId xmlns:a16="http://schemas.microsoft.com/office/drawing/2014/main" id="{043EAAF4-DE2D-970B-4D15-6D36EEAC1744}"/>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6" name="Shape 1">
              <a:extLst>
                <a:ext uri="{FF2B5EF4-FFF2-40B4-BE49-F238E27FC236}">
                  <a16:creationId xmlns:a16="http://schemas.microsoft.com/office/drawing/2014/main" id="{496DF73D-E4E2-469F-D426-591823D792A6}"/>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278923" y="874374"/>
            <a:ext cx="9634154" cy="2821728"/>
          </a:xfrm>
        </p:spPr>
        <p:txBody>
          <a:bodyPr anchor="b">
            <a:normAutofit/>
          </a:bodyPr>
          <a:lstStyle>
            <a:lvl1pPr algn="ctr">
              <a:defRPr sz="7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012480" y="4077583"/>
            <a:ext cx="8167040" cy="1717042"/>
          </a:xfrm>
        </p:spPr>
        <p:txBody>
          <a:bodyPr anchor="t">
            <a:normAutofit/>
          </a:bodyPr>
          <a:lstStyle>
            <a:lvl1pPr marL="0" indent="0" algn="ctr">
              <a:buNone/>
              <a:defRPr sz="2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156759722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2">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E55F6A4-0EE0-72F7-43D5-EB21317D9598}"/>
              </a:ext>
            </a:extLst>
          </p:cNvPr>
          <p:cNvGrpSpPr/>
          <p:nvPr/>
        </p:nvGrpSpPr>
        <p:grpSpPr>
          <a:xfrm>
            <a:off x="452064" y="492893"/>
            <a:ext cx="11287872" cy="5876422"/>
            <a:chOff x="521208" y="647905"/>
            <a:chExt cx="11365969" cy="5565740"/>
          </a:xfrm>
        </p:grpSpPr>
        <p:sp>
          <p:nvSpPr>
            <p:cNvPr id="5" name="Shape 2">
              <a:extLst>
                <a:ext uri="{FF2B5EF4-FFF2-40B4-BE49-F238E27FC236}">
                  <a16:creationId xmlns:a16="http://schemas.microsoft.com/office/drawing/2014/main" id="{C4D77848-8CF0-5322-623B-CDF1FE03362C}"/>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dirty="0">
                <a:solidFill>
                  <a:schemeClr val="lt1"/>
                </a:solidFill>
                <a:latin typeface="Karla"/>
                <a:ea typeface="Karla"/>
                <a:cs typeface="Karla"/>
                <a:sym typeface="Karla"/>
              </a:endParaRPr>
            </a:p>
          </p:txBody>
        </p:sp>
        <p:sp>
          <p:nvSpPr>
            <p:cNvPr id="6" name="Shape1">
              <a:extLst>
                <a:ext uri="{FF2B5EF4-FFF2-40B4-BE49-F238E27FC236}">
                  <a16:creationId xmlns:a16="http://schemas.microsoft.com/office/drawing/2014/main" id="{677E7171-85EC-575A-EE36-F9950B227D94}"/>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dirty="0">
                <a:solidFill>
                  <a:schemeClr val="lt1"/>
                </a:solidFill>
                <a:latin typeface="Karla"/>
                <a:ea typeface="Karla"/>
                <a:cs typeface="Karla"/>
                <a:sym typeface="Karla"/>
              </a:endParaRPr>
            </a:p>
          </p:txBody>
        </p:sp>
      </p:grpSp>
      <p:sp>
        <p:nvSpPr>
          <p:cNvPr id="8" name="Title 7">
            <a:extLst>
              <a:ext uri="{FF2B5EF4-FFF2-40B4-BE49-F238E27FC236}">
                <a16:creationId xmlns:a16="http://schemas.microsoft.com/office/drawing/2014/main" id="{BAC83CEA-8EC3-98F1-0078-550B9B56BE91}"/>
              </a:ext>
            </a:extLst>
          </p:cNvPr>
          <p:cNvSpPr>
            <a:spLocks noGrp="1"/>
          </p:cNvSpPr>
          <p:nvPr>
            <p:ph type="title"/>
          </p:nvPr>
        </p:nvSpPr>
        <p:spPr>
          <a:xfrm>
            <a:off x="974845" y="935204"/>
            <a:ext cx="10036005" cy="3592628"/>
          </a:xfrm>
        </p:spPr>
        <p:txBody>
          <a:bodyPr anchor="b">
            <a:normAutofit/>
          </a:bodyPr>
          <a:lstStyle>
            <a:lvl1pPr>
              <a:defRPr sz="7200"/>
            </a:lvl1pPr>
          </a:lstStyle>
          <a:p>
            <a:r>
              <a:rPr lang="en-US" dirty="0"/>
              <a:t>Click to edit Master title style</a:t>
            </a:r>
          </a:p>
        </p:txBody>
      </p:sp>
      <p:sp>
        <p:nvSpPr>
          <p:cNvPr id="11" name="Subtitle 2">
            <a:extLst>
              <a:ext uri="{FF2B5EF4-FFF2-40B4-BE49-F238E27FC236}">
                <a16:creationId xmlns:a16="http://schemas.microsoft.com/office/drawing/2014/main" id="{42BA4ADB-DF4D-29DD-5069-E1950A2F6636}"/>
              </a:ext>
            </a:extLst>
          </p:cNvPr>
          <p:cNvSpPr>
            <a:spLocks noGrp="1"/>
          </p:cNvSpPr>
          <p:nvPr>
            <p:ph type="subTitle" idx="1"/>
          </p:nvPr>
        </p:nvSpPr>
        <p:spPr>
          <a:xfrm>
            <a:off x="974845" y="4698103"/>
            <a:ext cx="10036005" cy="1014984"/>
          </a:xfrm>
        </p:spPr>
        <p:txBody>
          <a:bodyPr vert="horz" lIns="91440" tIns="45720" rIns="91440" bIns="45720" rtlCol="0" anchor="t">
            <a:noAutofit/>
          </a:bodyPr>
          <a:lstStyle>
            <a:lvl1pPr marL="0" indent="0">
              <a:buNone/>
              <a:defRPr lang="en-US" sz="2800" cap="all" baseline="0" dirty="0"/>
            </a:lvl1pPr>
          </a:lstStyle>
          <a:p>
            <a:pPr lvl="0"/>
            <a:r>
              <a:rPr lang="en-US" dirty="0"/>
              <a:t>Click to edit Master subtitle style</a:t>
            </a:r>
          </a:p>
        </p:txBody>
      </p:sp>
    </p:spTree>
    <p:extLst>
      <p:ext uri="{BB962C8B-B14F-4D97-AF65-F5344CB8AC3E}">
        <p14:creationId xmlns:p14="http://schemas.microsoft.com/office/powerpoint/2010/main" val="137817547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le 3">
    <p:bg>
      <p:bgRef idx="1001">
        <a:schemeClr val="bg1"/>
      </p:bgRef>
    </p:bg>
    <p:spTree>
      <p:nvGrpSpPr>
        <p:cNvPr id="1" name=""/>
        <p:cNvGrpSpPr/>
        <p:nvPr/>
      </p:nvGrpSpPr>
      <p:grpSpPr>
        <a:xfrm>
          <a:off x="0" y="0"/>
          <a:ext cx="0" cy="0"/>
          <a:chOff x="0" y="0"/>
          <a:chExt cx="0" cy="0"/>
        </a:xfrm>
      </p:grpSpPr>
      <p:sp>
        <p:nvSpPr>
          <p:cNvPr id="4" name="Shape 2">
            <a:extLst>
              <a:ext uri="{FF2B5EF4-FFF2-40B4-BE49-F238E27FC236}">
                <a16:creationId xmlns:a16="http://schemas.microsoft.com/office/drawing/2014/main" id="{965F8DDB-78C2-9A91-D69C-2BE7D0DC5F3C}"/>
              </a:ext>
            </a:extLst>
          </p:cNvPr>
          <p:cNvSpPr/>
          <p:nvPr/>
        </p:nvSpPr>
        <p:spPr>
          <a:xfrm>
            <a:off x="1062566" y="1161412"/>
            <a:ext cx="10221119" cy="483174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5" name="Shape 1">
            <a:extLst>
              <a:ext uri="{FF2B5EF4-FFF2-40B4-BE49-F238E27FC236}">
                <a16:creationId xmlns:a16="http://schemas.microsoft.com/office/drawing/2014/main" id="{F2CE1086-051B-D73D-67CF-8E86D2965B5E}"/>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866900" y="1208585"/>
            <a:ext cx="8229600" cy="2621154"/>
          </a:xfrm>
        </p:spPr>
        <p:txBody>
          <a:bodyPr anchor="b">
            <a:normAutofit/>
          </a:bodyPr>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187623" y="3929930"/>
            <a:ext cx="7588155" cy="1414091"/>
          </a:xfrm>
        </p:spPr>
        <p:txBody>
          <a:bodyPr>
            <a:normAutofit/>
          </a:bodyPr>
          <a:lstStyle>
            <a:lvl1pPr marL="0" indent="0" algn="ctr">
              <a:buNone/>
              <a:defRPr sz="2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325433227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2"/>
      </p:bgRef>
    </p:bg>
    <p:spTree>
      <p:nvGrpSpPr>
        <p:cNvPr id="1" name=""/>
        <p:cNvGrpSpPr/>
        <p:nvPr/>
      </p:nvGrpSpPr>
      <p:grpSpPr>
        <a:xfrm>
          <a:off x="0" y="0"/>
          <a:ext cx="0" cy="0"/>
          <a:chOff x="0" y="0"/>
          <a:chExt cx="0" cy="0"/>
        </a:xfrm>
      </p:grpSpPr>
      <p:sp>
        <p:nvSpPr>
          <p:cNvPr id="3" name="Shape 2">
            <a:extLst>
              <a:ext uri="{FF2B5EF4-FFF2-40B4-BE49-F238E27FC236}">
                <a16:creationId xmlns:a16="http://schemas.microsoft.com/office/drawing/2014/main" id="{309359E1-DCAB-6CB5-49DB-E3E715B038D7}"/>
              </a:ext>
            </a:extLst>
          </p:cNvPr>
          <p:cNvSpPr/>
          <p:nvPr/>
        </p:nvSpPr>
        <p:spPr>
          <a:xfrm>
            <a:off x="1062566" y="1161412"/>
            <a:ext cx="10221119" cy="483174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7" name="Shape 1">
            <a:extLst>
              <a:ext uri="{FF2B5EF4-FFF2-40B4-BE49-F238E27FC236}">
                <a16:creationId xmlns:a16="http://schemas.microsoft.com/office/drawing/2014/main" id="{D92930F3-3A63-5E7D-B558-798DFD2A08F5}"/>
              </a:ext>
            </a:extLst>
          </p:cNvPr>
          <p:cNvSpPr/>
          <p:nvPr/>
        </p:nvSpPr>
        <p:spPr>
          <a:xfrm>
            <a:off x="858371" y="800100"/>
            <a:ext cx="10221119" cy="4953001"/>
          </a:xfrm>
          <a:prstGeom prst="rect">
            <a:avLst/>
          </a:prstGeom>
          <a:solidFill>
            <a:schemeClr val="tx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522013" y="1282325"/>
            <a:ext cx="8893834" cy="3988550"/>
          </a:xfrm>
        </p:spPr>
        <p:txBody>
          <a:bodyPr vert="horz" lIns="91440" tIns="45720" rIns="91440" bIns="45720" rtlCol="0" anchor="ctr">
            <a:normAutofit/>
          </a:bodyPr>
          <a:lstStyle>
            <a:lvl1pPr algn="ctr">
              <a:defRPr lang="en-US" sz="5400" dirty="0">
                <a:solidFill>
                  <a:schemeClr val="bg1"/>
                </a:solidFill>
              </a:defRPr>
            </a:lvl1pPr>
          </a:lstStyle>
          <a:p>
            <a:pPr lvl="0"/>
            <a:r>
              <a:rPr lang="en-US" dirty="0"/>
              <a:t>Section header</a:t>
            </a:r>
          </a:p>
        </p:txBody>
      </p:sp>
      <p:sp>
        <p:nvSpPr>
          <p:cNvPr id="12" name="Footer Placeholder 4">
            <a:extLst>
              <a:ext uri="{FF2B5EF4-FFF2-40B4-BE49-F238E27FC236}">
                <a16:creationId xmlns:a16="http://schemas.microsoft.com/office/drawing/2014/main" id="{99B0FCAC-1DD5-03B7-6568-464B93F97E04}"/>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dirty="0"/>
          </a:p>
        </p:txBody>
      </p:sp>
      <p:sp>
        <p:nvSpPr>
          <p:cNvPr id="11" name="Date Placeholder 3">
            <a:extLst>
              <a:ext uri="{FF2B5EF4-FFF2-40B4-BE49-F238E27FC236}">
                <a16:creationId xmlns:a16="http://schemas.microsoft.com/office/drawing/2014/main" id="{410DA06E-F976-C917-8034-10D5651419EA}"/>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dirty="0"/>
          </a:p>
        </p:txBody>
      </p:sp>
      <p:sp>
        <p:nvSpPr>
          <p:cNvPr id="13" name="Slide Number Placeholder 5">
            <a:extLst>
              <a:ext uri="{FF2B5EF4-FFF2-40B4-BE49-F238E27FC236}">
                <a16:creationId xmlns:a16="http://schemas.microsoft.com/office/drawing/2014/main" id="{7B2B0EFD-25F7-7463-7D6B-AD6B0A8B0FF2}"/>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260384256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4"/>
        </a:solidFill>
        <a:effectLst/>
      </p:bgPr>
    </p:bg>
    <p:spTree>
      <p:nvGrpSpPr>
        <p:cNvPr id="1" name=""/>
        <p:cNvGrpSpPr/>
        <p:nvPr/>
      </p:nvGrpSpPr>
      <p:grpSpPr>
        <a:xfrm>
          <a:off x="0" y="0"/>
          <a:ext cx="0" cy="0"/>
          <a:chOff x="0" y="0"/>
          <a:chExt cx="0" cy="0"/>
        </a:xfrm>
      </p:grpSpPr>
      <p:sp>
        <p:nvSpPr>
          <p:cNvPr id="3" name="Shape 2">
            <a:extLst>
              <a:ext uri="{FF2B5EF4-FFF2-40B4-BE49-F238E27FC236}">
                <a16:creationId xmlns:a16="http://schemas.microsoft.com/office/drawing/2014/main" id="{8B3FAB4B-5BE6-36A5-AC57-A8A4DE80EDF0}"/>
              </a:ext>
            </a:extLst>
          </p:cNvPr>
          <p:cNvSpPr/>
          <p:nvPr userDrawn="1"/>
        </p:nvSpPr>
        <p:spPr>
          <a:xfrm>
            <a:off x="1062566" y="1161412"/>
            <a:ext cx="10221119"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4" name="Shape 1">
            <a:extLst>
              <a:ext uri="{FF2B5EF4-FFF2-40B4-BE49-F238E27FC236}">
                <a16:creationId xmlns:a16="http://schemas.microsoft.com/office/drawing/2014/main" id="{455D774B-5A74-ECBA-B23F-FDB73925D455}"/>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580331" y="1525905"/>
            <a:ext cx="8838202" cy="846396"/>
          </a:xfrm>
        </p:spPr>
        <p:txBody>
          <a:bodyPr anchor="b">
            <a:normAutofit/>
          </a:bodyPr>
          <a:lstStyle>
            <a:lvl1pPr>
              <a:defRPr sz="4400">
                <a:solidFill>
                  <a:schemeClr val="tx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580332" y="2650524"/>
            <a:ext cx="8838202" cy="2386352"/>
          </a:xfrm>
        </p:spPr>
        <p:txBody>
          <a:bodyPr>
            <a:normAutofit/>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a:extLst>
              <a:ext uri="{FF2B5EF4-FFF2-40B4-BE49-F238E27FC236}">
                <a16:creationId xmlns:a16="http://schemas.microsoft.com/office/drawing/2014/main" id="{327C2936-23FD-A202-FEC8-A04EC6038E21}"/>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dirty="0"/>
          </a:p>
        </p:txBody>
      </p:sp>
      <p:sp>
        <p:nvSpPr>
          <p:cNvPr id="9" name="Date Placeholder 3">
            <a:extLst>
              <a:ext uri="{FF2B5EF4-FFF2-40B4-BE49-F238E27FC236}">
                <a16:creationId xmlns:a16="http://schemas.microsoft.com/office/drawing/2014/main" id="{A74C11B4-B6D5-47F5-335E-A913C2501ED0}"/>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dirty="0"/>
          </a:p>
        </p:txBody>
      </p:sp>
      <p:sp>
        <p:nvSpPr>
          <p:cNvPr id="13" name="Slide Number Placeholder 5">
            <a:extLst>
              <a:ext uri="{FF2B5EF4-FFF2-40B4-BE49-F238E27FC236}">
                <a16:creationId xmlns:a16="http://schemas.microsoft.com/office/drawing/2014/main" id="{040C422B-2C69-102F-F573-37A60C6CA350}"/>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41307140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accent4"/>
        </a:solid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8CA9E58B-E51C-E405-905F-70ADA8DA97C1}"/>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dirty="0"/>
          </a:p>
        </p:txBody>
      </p:sp>
      <p:sp>
        <p:nvSpPr>
          <p:cNvPr id="4" name="Shape">
            <a:extLst>
              <a:ext uri="{FF2B5EF4-FFF2-40B4-BE49-F238E27FC236}">
                <a16:creationId xmlns:a16="http://schemas.microsoft.com/office/drawing/2014/main" id="{0202F551-CD9C-6E27-92C3-595934B22837}"/>
              </a:ext>
            </a:extLst>
          </p:cNvPr>
          <p:cNvSpPr/>
          <p:nvPr/>
        </p:nvSpPr>
        <p:spPr>
          <a:xfrm>
            <a:off x="1062566" y="1161412"/>
            <a:ext cx="10221119"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5" name="Shape">
            <a:extLst>
              <a:ext uri="{FF2B5EF4-FFF2-40B4-BE49-F238E27FC236}">
                <a16:creationId xmlns:a16="http://schemas.microsoft.com/office/drawing/2014/main" id="{A703234F-30D0-CB47-612B-1247B3B32162}"/>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cxnSp>
        <p:nvCxnSpPr>
          <p:cNvPr id="10" name="Straight Connector 9">
            <a:extLst>
              <a:ext uri="{FF2B5EF4-FFF2-40B4-BE49-F238E27FC236}">
                <a16:creationId xmlns:a16="http://schemas.microsoft.com/office/drawing/2014/main" id="{8A20E2C7-A47E-F74C-7AE3-3B9E0FAB4AC3}"/>
              </a:ext>
            </a:extLst>
          </p:cNvPr>
          <p:cNvCxnSpPr>
            <a:cxnSpLocks/>
          </p:cNvCxnSpPr>
          <p:nvPr/>
        </p:nvCxnSpPr>
        <p:spPr>
          <a:xfrm>
            <a:off x="5981630" y="787402"/>
            <a:ext cx="0" cy="4953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563974" y="1339060"/>
            <a:ext cx="3927674" cy="794540"/>
          </a:xfrm>
        </p:spPr>
        <p:txBody>
          <a:bodyPr vert="horz" lIns="91440" tIns="45720" rIns="91440" bIns="45720" rtlCol="0" anchor="t">
            <a:normAutofit/>
          </a:bodyPr>
          <a:lstStyle>
            <a:lvl1pPr>
              <a:defRPr lang="en-US" sz="4800" dirty="0"/>
            </a:lvl1pPr>
          </a:lstStyle>
          <a:p>
            <a:pPr lvl="0"/>
            <a:r>
              <a:rPr lang="en-US" dirty="0"/>
              <a:t>Agenda</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562056" y="2430700"/>
            <a:ext cx="3927674" cy="2947733"/>
          </a:xfrm>
        </p:spPr>
        <p:txBody>
          <a:bodyPr vert="horz" lIns="91440" tIns="45720" rIns="91440" bIns="45720" rtlCol="0" anchor="t">
            <a:normAutofit/>
          </a:bodyPr>
          <a:lstStyle>
            <a:lvl1pPr marL="0" indent="0">
              <a:buNone/>
              <a:defRPr lang="en-US" sz="1600" dirty="0"/>
            </a:lvl1pPr>
          </a:lstStyle>
          <a:p>
            <a:pPr lvl="0"/>
            <a:r>
              <a:rPr lang="en-US"/>
              <a:t>Click to edit Master subtitle style</a:t>
            </a:r>
            <a:endParaRPr lang="en-US" dirty="0"/>
          </a:p>
        </p:txBody>
      </p:sp>
      <p:sp>
        <p:nvSpPr>
          <p:cNvPr id="6" name="Picture Placeholder 13">
            <a:extLst>
              <a:ext uri="{FF2B5EF4-FFF2-40B4-BE49-F238E27FC236}">
                <a16:creationId xmlns:a16="http://schemas.microsoft.com/office/drawing/2014/main" id="{4DC1A109-E158-1AD7-E2B7-416EEE08ACC4}"/>
              </a:ext>
            </a:extLst>
          </p:cNvPr>
          <p:cNvSpPr>
            <a:spLocks noGrp="1"/>
          </p:cNvSpPr>
          <p:nvPr>
            <p:ph type="pic" sz="quarter" idx="10" hasCustomPrompt="1"/>
          </p:nvPr>
        </p:nvSpPr>
        <p:spPr>
          <a:xfrm>
            <a:off x="872663" y="812266"/>
            <a:ext cx="5096260" cy="4928136"/>
          </a:xfrm>
          <a:blipFill>
            <a:blip r:embed="rId2">
              <a:alphaModFix amt="70000"/>
              <a:extLst>
                <a:ext uri="{28A0092B-C50C-407E-A947-70E740481C1C}">
                  <a14:useLocalDpi xmlns:a14="http://schemas.microsoft.com/office/drawing/2010/main" val="0"/>
                </a:ext>
              </a:extLst>
            </a:blip>
            <a:stretch>
              <a:fillRect/>
            </a:stretch>
          </a:blipFill>
          <a:ln w="25400">
            <a:noFill/>
          </a:ln>
        </p:spPr>
        <p:txBody>
          <a:bodyPr vert="horz" lIns="91440" tIns="0" rIns="0" bIns="0" rtlCol="0">
            <a:noAutofit/>
          </a:bodyPr>
          <a:lstStyle>
            <a:lvl1pPr marL="0" indent="0">
              <a:buNone/>
              <a:defRPr lang="en-US" sz="2400" b="0" i="0" noProof="0">
                <a:solidFill>
                  <a:schemeClr val="tx1"/>
                </a:solidFill>
              </a:defRPr>
            </a:lvl1pPr>
          </a:lstStyle>
          <a:p>
            <a:pPr marL="228600" lvl="0" indent="-228600">
              <a:lnSpc>
                <a:spcPct val="150000"/>
              </a:lnSpc>
            </a:pPr>
            <a:r>
              <a:rPr lang="en-US" noProof="0" dirty="0"/>
              <a:t> </a:t>
            </a:r>
          </a:p>
        </p:txBody>
      </p:sp>
      <p:sp>
        <p:nvSpPr>
          <p:cNvPr id="8" name="Footer Placeholder 4">
            <a:extLst>
              <a:ext uri="{FF2B5EF4-FFF2-40B4-BE49-F238E27FC236}">
                <a16:creationId xmlns:a16="http://schemas.microsoft.com/office/drawing/2014/main" id="{E01417BD-FFDA-56B8-4551-B115E221D4D3}"/>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dirty="0"/>
          </a:p>
        </p:txBody>
      </p:sp>
      <p:sp>
        <p:nvSpPr>
          <p:cNvPr id="9" name="Slide Number Placeholder 5">
            <a:extLst>
              <a:ext uri="{FF2B5EF4-FFF2-40B4-BE49-F238E27FC236}">
                <a16:creationId xmlns:a16="http://schemas.microsoft.com/office/drawing/2014/main" id="{58EBB8A5-D4C6-548F-819A-FE7750FBFDD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9543712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2">
    <p:bg>
      <p:bgRef idx="1001">
        <a:schemeClr val="bg1"/>
      </p:bgRef>
    </p:bg>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7744A8A6-B09A-3C25-2DA9-92129860EDBD}"/>
              </a:ext>
            </a:extLst>
          </p:cNvPr>
          <p:cNvGrpSpPr/>
          <p:nvPr/>
        </p:nvGrpSpPr>
        <p:grpSpPr>
          <a:xfrm>
            <a:off x="858371" y="1538141"/>
            <a:ext cx="5594950" cy="3781718"/>
            <a:chOff x="521208" y="647905"/>
            <a:chExt cx="11365969" cy="5565740"/>
          </a:xfrm>
        </p:grpSpPr>
        <p:sp>
          <p:nvSpPr>
            <p:cNvPr id="36" name="Shape">
              <a:extLst>
                <a:ext uri="{FF2B5EF4-FFF2-40B4-BE49-F238E27FC236}">
                  <a16:creationId xmlns:a16="http://schemas.microsoft.com/office/drawing/2014/main" id="{18600D5A-4CF6-D9F9-1A3A-5136CC2CE45D}"/>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37" name="Shape">
              <a:extLst>
                <a:ext uri="{FF2B5EF4-FFF2-40B4-BE49-F238E27FC236}">
                  <a16:creationId xmlns:a16="http://schemas.microsoft.com/office/drawing/2014/main" id="{69249D5A-EA70-0210-8234-7481C00A91D0}"/>
                </a:ext>
              </a:extLst>
            </p:cNvPr>
            <p:cNvSpPr/>
            <p:nvPr/>
          </p:nvSpPr>
          <p:spPr>
            <a:xfrm>
              <a:off x="521208" y="647905"/>
              <a:ext cx="11047664" cy="5370983"/>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7" name="Title 6">
            <a:extLst>
              <a:ext uri="{FF2B5EF4-FFF2-40B4-BE49-F238E27FC236}">
                <a16:creationId xmlns:a16="http://schemas.microsoft.com/office/drawing/2014/main" id="{9F42DEFD-DF95-ABA5-F5E7-97EE2BC38A02}"/>
              </a:ext>
            </a:extLst>
          </p:cNvPr>
          <p:cNvSpPr>
            <a:spLocks noGrp="1"/>
          </p:cNvSpPr>
          <p:nvPr>
            <p:ph type="title"/>
          </p:nvPr>
        </p:nvSpPr>
        <p:spPr>
          <a:xfrm>
            <a:off x="1305332" y="2009984"/>
            <a:ext cx="4515599" cy="2692020"/>
          </a:xfrm>
        </p:spPr>
        <p:txBody>
          <a:bodyPr anchor="ctr"/>
          <a:lstStyle/>
          <a:p>
            <a:r>
              <a:rPr lang="en-US" dirty="0"/>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7028878" y="2129872"/>
            <a:ext cx="4304752" cy="2454797"/>
          </a:xfrm>
        </p:spPr>
        <p:txBody>
          <a:bodyPr anchor="ct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4">
            <a:extLst>
              <a:ext uri="{FF2B5EF4-FFF2-40B4-BE49-F238E27FC236}">
                <a16:creationId xmlns:a16="http://schemas.microsoft.com/office/drawing/2014/main" id="{E1BCE18F-7F76-B015-517A-B218F96C3D64}"/>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dirty="0"/>
          </a:p>
        </p:txBody>
      </p:sp>
      <p:sp>
        <p:nvSpPr>
          <p:cNvPr id="3" name="Date Placeholder 3">
            <a:extLst>
              <a:ext uri="{FF2B5EF4-FFF2-40B4-BE49-F238E27FC236}">
                <a16:creationId xmlns:a16="http://schemas.microsoft.com/office/drawing/2014/main" id="{D4B1BEB0-0A50-8032-92AF-CE95330EA0A8}"/>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dirty="0"/>
          </a:p>
        </p:txBody>
      </p:sp>
      <p:sp>
        <p:nvSpPr>
          <p:cNvPr id="5" name="Slide Number Placeholder 5">
            <a:extLst>
              <a:ext uri="{FF2B5EF4-FFF2-40B4-BE49-F238E27FC236}">
                <a16:creationId xmlns:a16="http://schemas.microsoft.com/office/drawing/2014/main" id="{65677150-7CBF-C5C3-D369-2021EB4B3F03}"/>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1383635122"/>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E7B2878-E57A-BF28-CA0B-25C595B6B23B}"/>
              </a:ext>
            </a:extLst>
          </p:cNvPr>
          <p:cNvGrpSpPr/>
          <p:nvPr/>
        </p:nvGrpSpPr>
        <p:grpSpPr>
          <a:xfrm>
            <a:off x="858371" y="971570"/>
            <a:ext cx="4956175" cy="4914861"/>
            <a:chOff x="521208" y="647905"/>
            <a:chExt cx="11365969" cy="5565740"/>
          </a:xfrm>
        </p:grpSpPr>
        <p:sp>
          <p:nvSpPr>
            <p:cNvPr id="7" name="Shape">
              <a:extLst>
                <a:ext uri="{FF2B5EF4-FFF2-40B4-BE49-F238E27FC236}">
                  <a16:creationId xmlns:a16="http://schemas.microsoft.com/office/drawing/2014/main" id="{F08FFA22-A55A-8523-9665-963EF8BF5CEE}"/>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9" name="Shape">
              <a:extLst>
                <a:ext uri="{FF2B5EF4-FFF2-40B4-BE49-F238E27FC236}">
                  <a16:creationId xmlns:a16="http://schemas.microsoft.com/office/drawing/2014/main" id="{249E8B92-9DA1-2B88-C923-D1B15EB00E1E}"/>
                </a:ext>
              </a:extLst>
            </p:cNvPr>
            <p:cNvSpPr/>
            <p:nvPr/>
          </p:nvSpPr>
          <p:spPr>
            <a:xfrm>
              <a:off x="521208" y="647905"/>
              <a:ext cx="11047664" cy="5370983"/>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11" name="Title 10">
            <a:extLst>
              <a:ext uri="{FF2B5EF4-FFF2-40B4-BE49-F238E27FC236}">
                <a16:creationId xmlns:a16="http://schemas.microsoft.com/office/drawing/2014/main" id="{B7E33A4B-2075-9CF4-BC69-F5E43B10A54B}"/>
              </a:ext>
            </a:extLst>
          </p:cNvPr>
          <p:cNvSpPr>
            <a:spLocks noGrp="1"/>
          </p:cNvSpPr>
          <p:nvPr>
            <p:ph type="title"/>
          </p:nvPr>
        </p:nvSpPr>
        <p:spPr>
          <a:xfrm>
            <a:off x="1307592" y="1478826"/>
            <a:ext cx="3846237" cy="3744148"/>
          </a:xfrm>
        </p:spPr>
        <p:txBody>
          <a:bodyPr anchor="ct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623177" y="1727014"/>
            <a:ext cx="4956175" cy="346121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CCD96A57-F4BE-9BFE-192B-8B6BE3EB5045}"/>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dirty="0"/>
          </a:p>
        </p:txBody>
      </p:sp>
      <p:sp>
        <p:nvSpPr>
          <p:cNvPr id="4" name="Date Placeholder 3">
            <a:extLst>
              <a:ext uri="{FF2B5EF4-FFF2-40B4-BE49-F238E27FC236}">
                <a16:creationId xmlns:a16="http://schemas.microsoft.com/office/drawing/2014/main" id="{5112D03E-A50A-19D0-5987-28EA74509B0A}"/>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dirty="0"/>
          </a:p>
        </p:txBody>
      </p:sp>
      <p:sp>
        <p:nvSpPr>
          <p:cNvPr id="6" name="Slide Number Placeholder 5">
            <a:extLst>
              <a:ext uri="{FF2B5EF4-FFF2-40B4-BE49-F238E27FC236}">
                <a16:creationId xmlns:a16="http://schemas.microsoft.com/office/drawing/2014/main" id="{5919D5AA-125E-CB20-B949-8633A826DADF}"/>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39355718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741D8BB-05AF-A317-C2B4-DC1CB87B9246}"/>
              </a:ext>
            </a:extLst>
          </p:cNvPr>
          <p:cNvGrpSpPr/>
          <p:nvPr/>
        </p:nvGrpSpPr>
        <p:grpSpPr>
          <a:xfrm>
            <a:off x="858371" y="971570"/>
            <a:ext cx="4708425" cy="4914861"/>
            <a:chOff x="521208" y="647905"/>
            <a:chExt cx="10797805" cy="5565740"/>
          </a:xfrm>
        </p:grpSpPr>
        <p:sp>
          <p:nvSpPr>
            <p:cNvPr id="7" name="Shape">
              <a:extLst>
                <a:ext uri="{FF2B5EF4-FFF2-40B4-BE49-F238E27FC236}">
                  <a16:creationId xmlns:a16="http://schemas.microsoft.com/office/drawing/2014/main" id="{D76689D7-5D3E-ECBB-6775-7B400A96F3D7}"/>
                </a:ext>
              </a:extLst>
            </p:cNvPr>
            <p:cNvSpPr/>
            <p:nvPr/>
          </p:nvSpPr>
          <p:spPr>
            <a:xfrm>
              <a:off x="725405" y="1009217"/>
              <a:ext cx="10593608"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9" name="Shape">
              <a:extLst>
                <a:ext uri="{FF2B5EF4-FFF2-40B4-BE49-F238E27FC236}">
                  <a16:creationId xmlns:a16="http://schemas.microsoft.com/office/drawing/2014/main" id="{93638B9C-5DAA-F32E-C1B3-8B5DF702E8BE}"/>
                </a:ext>
              </a:extLst>
            </p:cNvPr>
            <p:cNvSpPr/>
            <p:nvPr/>
          </p:nvSpPr>
          <p:spPr>
            <a:xfrm>
              <a:off x="521208" y="647905"/>
              <a:ext cx="10441168" cy="5370983"/>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11" name="Title 10">
            <a:extLst>
              <a:ext uri="{FF2B5EF4-FFF2-40B4-BE49-F238E27FC236}">
                <a16:creationId xmlns:a16="http://schemas.microsoft.com/office/drawing/2014/main" id="{84027933-14DD-AC05-2EC9-CE1166FE7EDB}"/>
              </a:ext>
            </a:extLst>
          </p:cNvPr>
          <p:cNvSpPr>
            <a:spLocks noGrp="1"/>
          </p:cNvSpPr>
          <p:nvPr>
            <p:ph type="title"/>
          </p:nvPr>
        </p:nvSpPr>
        <p:spPr>
          <a:xfrm>
            <a:off x="1307593" y="1478826"/>
            <a:ext cx="3647180" cy="3744148"/>
          </a:xfrm>
        </p:spPr>
        <p:txBody>
          <a:bodyPr anchor="ctr"/>
          <a:lstStyle/>
          <a:p>
            <a:r>
              <a:rPr lang="en-US" dirty="0"/>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6379486" y="971569"/>
            <a:ext cx="5199866" cy="4914861"/>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46C4A6CC-4DAE-D6DF-005D-9A746EA3416B}"/>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dirty="0"/>
          </a:p>
        </p:txBody>
      </p:sp>
      <p:sp>
        <p:nvSpPr>
          <p:cNvPr id="4" name="Date Placeholder 3">
            <a:extLst>
              <a:ext uri="{FF2B5EF4-FFF2-40B4-BE49-F238E27FC236}">
                <a16:creationId xmlns:a16="http://schemas.microsoft.com/office/drawing/2014/main" id="{5C2D53F9-F5D7-A57F-631C-1011FA2D28D8}"/>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dirty="0"/>
          </a:p>
        </p:txBody>
      </p:sp>
      <p:sp>
        <p:nvSpPr>
          <p:cNvPr id="6" name="Slide Number Placeholder 5">
            <a:extLst>
              <a:ext uri="{FF2B5EF4-FFF2-40B4-BE49-F238E27FC236}">
                <a16:creationId xmlns:a16="http://schemas.microsoft.com/office/drawing/2014/main" id="{DF767895-A265-B576-2779-D9431696A27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37745825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7" name="Shape">
            <a:extLst>
              <a:ext uri="{FF2B5EF4-FFF2-40B4-BE49-F238E27FC236}">
                <a16:creationId xmlns:a16="http://schemas.microsoft.com/office/drawing/2014/main" id="{38F88781-30C8-3349-475F-145EFAD547E5}"/>
              </a:ext>
            </a:extLst>
          </p:cNvPr>
          <p:cNvSpPr/>
          <p:nvPr/>
        </p:nvSpPr>
        <p:spPr>
          <a:xfrm>
            <a:off x="924451" y="1290629"/>
            <a:ext cx="3469803" cy="459580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9" name="Shape">
            <a:extLst>
              <a:ext uri="{FF2B5EF4-FFF2-40B4-BE49-F238E27FC236}">
                <a16:creationId xmlns:a16="http://schemas.microsoft.com/office/drawing/2014/main" id="{5C0C482B-4AFD-2FA3-38E4-917E66DA8BB7}"/>
              </a:ext>
            </a:extLst>
          </p:cNvPr>
          <p:cNvSpPr/>
          <p:nvPr/>
        </p:nvSpPr>
        <p:spPr>
          <a:xfrm>
            <a:off x="858371" y="971570"/>
            <a:ext cx="3378902" cy="4742880"/>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0" name="Title 1">
            <a:extLst>
              <a:ext uri="{FF2B5EF4-FFF2-40B4-BE49-F238E27FC236}">
                <a16:creationId xmlns:a16="http://schemas.microsoft.com/office/drawing/2014/main" id="{00CC4C23-E507-7EE9-B6A1-7AC512473B88}"/>
              </a:ext>
            </a:extLst>
          </p:cNvPr>
          <p:cNvSpPr>
            <a:spLocks noGrp="1"/>
          </p:cNvSpPr>
          <p:nvPr>
            <p:ph type="title"/>
          </p:nvPr>
        </p:nvSpPr>
        <p:spPr>
          <a:xfrm>
            <a:off x="1305332" y="1388700"/>
            <a:ext cx="2480605" cy="3908620"/>
          </a:xfrm>
        </p:spPr>
        <p:txBody>
          <a:bodyPr anchor="ctr">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206945" y="796935"/>
            <a:ext cx="6369358" cy="52641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2F846573-B9BF-5258-A368-AE00F48459D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dirty="0"/>
          </a:p>
        </p:txBody>
      </p:sp>
      <p:sp>
        <p:nvSpPr>
          <p:cNvPr id="4" name="Date Placeholder 3">
            <a:extLst>
              <a:ext uri="{FF2B5EF4-FFF2-40B4-BE49-F238E27FC236}">
                <a16:creationId xmlns:a16="http://schemas.microsoft.com/office/drawing/2014/main" id="{FCD80948-8FBA-8AE9-029C-B469581BC9FE}"/>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dirty="0"/>
          </a:p>
        </p:txBody>
      </p:sp>
      <p:sp>
        <p:nvSpPr>
          <p:cNvPr id="6" name="Slide Number Placeholder 5">
            <a:extLst>
              <a:ext uri="{FF2B5EF4-FFF2-40B4-BE49-F238E27FC236}">
                <a16:creationId xmlns:a16="http://schemas.microsoft.com/office/drawing/2014/main" id="{7811F34A-A62C-BC8F-113D-3A7AD96EFFF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25084339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10" name="Shape">
            <a:extLst>
              <a:ext uri="{FF2B5EF4-FFF2-40B4-BE49-F238E27FC236}">
                <a16:creationId xmlns:a16="http://schemas.microsoft.com/office/drawing/2014/main" id="{518C51F0-983B-E75D-43D9-AB5A1692E483}"/>
              </a:ext>
            </a:extLst>
          </p:cNvPr>
          <p:cNvSpPr/>
          <p:nvPr/>
        </p:nvSpPr>
        <p:spPr>
          <a:xfrm>
            <a:off x="678727" y="1027243"/>
            <a:ext cx="3469803" cy="2960557"/>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1" name="Shape">
            <a:extLst>
              <a:ext uri="{FF2B5EF4-FFF2-40B4-BE49-F238E27FC236}">
                <a16:creationId xmlns:a16="http://schemas.microsoft.com/office/drawing/2014/main" id="{4F13FE91-399F-901F-6CF0-0447176EA2EF}"/>
              </a:ext>
            </a:extLst>
          </p:cNvPr>
          <p:cNvSpPr/>
          <p:nvPr/>
        </p:nvSpPr>
        <p:spPr>
          <a:xfrm>
            <a:off x="612647" y="708184"/>
            <a:ext cx="3378902" cy="3101816"/>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2" name="Title 1">
            <a:extLst>
              <a:ext uri="{FF2B5EF4-FFF2-40B4-BE49-F238E27FC236}">
                <a16:creationId xmlns:a16="http://schemas.microsoft.com/office/drawing/2014/main" id="{830AF312-BB7E-63CF-42C0-3AAF17BB4CC9}"/>
              </a:ext>
            </a:extLst>
          </p:cNvPr>
          <p:cNvSpPr>
            <a:spLocks noGrp="1"/>
          </p:cNvSpPr>
          <p:nvPr>
            <p:ph type="title"/>
          </p:nvPr>
        </p:nvSpPr>
        <p:spPr>
          <a:xfrm>
            <a:off x="1059609" y="1170994"/>
            <a:ext cx="2474546" cy="2192044"/>
          </a:xfrm>
        </p:spPr>
        <p:txBody>
          <a:bodyPr anchor="ctr">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13300" y="708184"/>
            <a:ext cx="6763003" cy="5514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0C75D260-6D49-B6E6-0AF7-CB139EC2E175}"/>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dirty="0"/>
          </a:p>
        </p:txBody>
      </p:sp>
      <p:sp>
        <p:nvSpPr>
          <p:cNvPr id="4" name="Date Placeholder 3">
            <a:extLst>
              <a:ext uri="{FF2B5EF4-FFF2-40B4-BE49-F238E27FC236}">
                <a16:creationId xmlns:a16="http://schemas.microsoft.com/office/drawing/2014/main" id="{CE7449F8-8E08-2E2D-E1DC-B35D55FA98C7}"/>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dirty="0"/>
          </a:p>
        </p:txBody>
      </p:sp>
      <p:sp>
        <p:nvSpPr>
          <p:cNvPr id="6" name="Slide Number Placeholder 5">
            <a:extLst>
              <a:ext uri="{FF2B5EF4-FFF2-40B4-BE49-F238E27FC236}">
                <a16:creationId xmlns:a16="http://schemas.microsoft.com/office/drawing/2014/main" id="{B7485ACA-FF2D-E071-ABB4-8D1CBF292DAD}"/>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41044084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56011" y="514175"/>
            <a:ext cx="6426389" cy="1315029"/>
          </a:xfrm>
        </p:spPr>
        <p:txBody>
          <a:bodyPr anchor="b"/>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85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57368" y="1978488"/>
            <a:ext cx="6418935" cy="4285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56010" y="6343955"/>
            <a:ext cx="3364903" cy="365125"/>
          </a:xfrm>
          <a:prstGeom prst="rect">
            <a:avLst/>
          </a:prstGeom>
        </p:spPr>
        <p:txBody>
          <a:bodyPr/>
          <a:lstStyle/>
          <a:p>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a:prstGeom prst="rect">
            <a:avLst/>
          </a:prstGeom>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11894081-07CB-999F-D411-9154D25C9500}"/>
              </a:ext>
            </a:extLst>
          </p:cNvPr>
          <p:cNvCxnSpPr>
            <a:cxnSpLocks/>
          </p:cNvCxnSpPr>
          <p:nvPr/>
        </p:nvCxnSpPr>
        <p:spPr>
          <a:xfrm>
            <a:off x="457108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667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3319"/>
            <a:ext cx="6339541" cy="1143000"/>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1975104"/>
            <a:ext cx="6339414" cy="4228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a:prstGeom prst="rect">
            <a:avLst/>
          </a:prstGeom>
        </p:spPr>
        <p:txBody>
          <a:bodyPr/>
          <a:lstStyle/>
          <a:p>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886895" y="6346865"/>
            <a:ext cx="1607270" cy="365125"/>
          </a:xfrm>
          <a:prstGeom prst="rect">
            <a:avLst/>
          </a:prstGeom>
        </p:spPr>
        <p:txBody>
          <a:bodyPr/>
          <a:lstStyle/>
          <a:p>
            <a:endParaRPr lang="en-US" dirty="0"/>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530932" y="6346865"/>
            <a:ext cx="429207" cy="365125"/>
          </a:xfrm>
          <a:prstGeom prst="rect">
            <a:avLst/>
          </a:prstGeom>
        </p:spPr>
        <p:txBody>
          <a:bodyPr/>
          <a:lstStyle/>
          <a:p>
            <a:fld id="{AEAA3239-9EA4-4A65-A281-97F994456D9F}" type="slidenum">
              <a:rPr lang="en-US" smtClean="0"/>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624831" y="0"/>
            <a:ext cx="4567169"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lang="en-US" dirty="0"/>
            </a:lvl1pPr>
          </a:lstStyle>
          <a:p>
            <a:r>
              <a:rPr lang="en-US" dirty="0"/>
              <a:t> </a:t>
            </a:r>
          </a:p>
        </p:txBody>
      </p:sp>
      <p:cxnSp>
        <p:nvCxnSpPr>
          <p:cNvPr id="3" name="Straight Connector 2">
            <a:extLst>
              <a:ext uri="{FF2B5EF4-FFF2-40B4-BE49-F238E27FC236}">
                <a16:creationId xmlns:a16="http://schemas.microsoft.com/office/drawing/2014/main" id="{B316B204-7C08-FBD9-C195-7CBD8936FB7B}"/>
              </a:ext>
            </a:extLst>
          </p:cNvPr>
          <p:cNvCxnSpPr>
            <a:cxnSpLocks/>
          </p:cNvCxnSpPr>
          <p:nvPr/>
        </p:nvCxnSpPr>
        <p:spPr>
          <a:xfrm>
            <a:off x="7614198"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20912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8" y="555536"/>
            <a:ext cx="6950232" cy="932688"/>
          </a:xfrm>
        </p:spPr>
        <p:txBody>
          <a:bodyPr anchor="b"/>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1627632"/>
            <a:ext cx="6950232" cy="46862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8" y="6343955"/>
            <a:ext cx="3422906" cy="365125"/>
          </a:xfrm>
          <a:prstGeom prst="rect">
            <a:avLst/>
          </a:prstGeom>
        </p:spPr>
        <p:txBody>
          <a:bodyPr/>
          <a:lstStyle/>
          <a:p>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a:prstGeom prst="rect">
            <a:avLst/>
          </a:prstGeom>
        </p:spPr>
        <p:txBody>
          <a:bodyPr/>
          <a:lstStyle/>
          <a:p>
            <a:endParaRPr lang="en-US" dirty="0"/>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a:prstGeom prst="rect">
            <a:avLst/>
          </a:prstGeom>
        </p:spPr>
        <p:txBody>
          <a:bodyPr/>
          <a:lstStyle/>
          <a:p>
            <a:fld id="{AEAA3239-9EA4-4A65-A281-97F994456D9F}" type="slidenum">
              <a:rPr lang="en-US" smtClean="0"/>
              <a:t>‹#›</a:t>
            </a:fld>
            <a:endParaRPr lang="en-US" dirty="0"/>
          </a:p>
        </p:txBody>
      </p:sp>
      <p:cxnSp>
        <p:nvCxnSpPr>
          <p:cNvPr id="5" name="Straight Connector 4">
            <a:extLst>
              <a:ext uri="{FF2B5EF4-FFF2-40B4-BE49-F238E27FC236}">
                <a16:creationId xmlns:a16="http://schemas.microsoft.com/office/drawing/2014/main" id="{8AE22ED6-A6FC-6BAB-A8E5-6EFB749B5EC5}"/>
              </a:ext>
            </a:extLst>
          </p:cNvPr>
          <p:cNvCxnSpPr>
            <a:cxnSpLocks/>
          </p:cNvCxnSpPr>
          <p:nvPr/>
        </p:nvCxnSpPr>
        <p:spPr>
          <a:xfrm>
            <a:off x="4033993"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91947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2478"/>
            <a:ext cx="6858000" cy="932688"/>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627632"/>
            <a:ext cx="6858000" cy="453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a:prstGeom prst="rect">
            <a:avLst/>
          </a:prstGeom>
        </p:spPr>
        <p:txBody>
          <a:bodyPr/>
          <a:lstStyle/>
          <a:p>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a:prstGeom prst="rect">
            <a:avLst/>
          </a:prstGeom>
        </p:spPr>
        <p:txBody>
          <a:bodyPr/>
          <a:lstStyle/>
          <a:p>
            <a:fld id="{AEAA3239-9EA4-4A65-A281-97F994456D9F}" type="slidenum">
              <a:rPr lang="en-US" smtClean="0"/>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cxnSp>
        <p:nvCxnSpPr>
          <p:cNvPr id="3" name="Straight Connector 2">
            <a:extLst>
              <a:ext uri="{FF2B5EF4-FFF2-40B4-BE49-F238E27FC236}">
                <a16:creationId xmlns:a16="http://schemas.microsoft.com/office/drawing/2014/main" id="{11A678A9-441B-21DA-8AA8-66BD33D80407}"/>
              </a:ext>
            </a:extLst>
          </p:cNvPr>
          <p:cNvCxnSpPr>
            <a:cxnSpLocks/>
          </p:cNvCxnSpPr>
          <p:nvPr/>
        </p:nvCxnSpPr>
        <p:spPr>
          <a:xfrm>
            <a:off x="808210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82843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499533"/>
            <a:ext cx="4477512" cy="1328932"/>
          </a:xfrm>
        </p:spPr>
        <p:txBody>
          <a:bodyPr anchor="b">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6492240"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9" y="1975104"/>
            <a:ext cx="4477512" cy="42825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104889" y="6343955"/>
            <a:ext cx="2105099" cy="365125"/>
          </a:xfrm>
          <a:prstGeom prst="rect">
            <a:avLst/>
          </a:prstGeom>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a:prstGeom prst="rect">
            <a:avLst/>
          </a:prstGeom>
        </p:spPr>
        <p:txBody>
          <a:bodyPr/>
          <a:lstStyle>
            <a:lvl1pPr>
              <a:defRPr>
                <a:solidFill>
                  <a:schemeClr val="tx1"/>
                </a:solidFill>
                <a:effectLst/>
              </a:defRPr>
            </a:lvl1p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A54EE92A-D40E-A2FF-476E-83554812296F}"/>
              </a:ext>
            </a:extLst>
          </p:cNvPr>
          <p:cNvCxnSpPr>
            <a:cxnSpLocks/>
          </p:cNvCxnSpPr>
          <p:nvPr/>
        </p:nvCxnSpPr>
        <p:spPr>
          <a:xfrm>
            <a:off x="6502874"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B3D94575-E64C-2C45-ED82-56D9EFD2AB39}"/>
              </a:ext>
            </a:extLst>
          </p:cNvPr>
          <p:cNvCxnSpPr>
            <a:cxnSpLocks/>
          </p:cNvCxnSpPr>
          <p:nvPr userDrawn="1"/>
        </p:nvCxnSpPr>
        <p:spPr>
          <a:xfrm>
            <a:off x="6502874"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19112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538716"/>
            <a:ext cx="4494189" cy="1288169"/>
          </a:xfrm>
        </p:spPr>
        <p:txBody>
          <a:bodyPr anchor="b">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1975104"/>
            <a:ext cx="4494063" cy="4156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776" y="6343955"/>
            <a:ext cx="2098620" cy="365125"/>
          </a:xfrm>
          <a:prstGeom prst="rect">
            <a:avLst/>
          </a:prstGeom>
        </p:spPr>
        <p:txBody>
          <a:bodyPr/>
          <a:lstStyle>
            <a:lvl1pPr>
              <a:defRPr>
                <a:solidFill>
                  <a:schemeClr val="tx1"/>
                </a:solidFill>
                <a:effectLst/>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213651" y="6343955"/>
            <a:ext cx="1573037"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796658" y="6343955"/>
            <a:ext cx="429207" cy="365125"/>
          </a:xfrm>
          <a:prstGeom prst="rect">
            <a:avLst/>
          </a:prstGeom>
        </p:spPr>
        <p:txBody>
          <a:bodyPr/>
          <a:lstStyle>
            <a:lvl1pPr>
              <a:defRPr>
                <a:solidFill>
                  <a:schemeClr val="tx1"/>
                </a:solidFill>
                <a:effectLst/>
              </a:defRPr>
            </a:lvl1pPr>
          </a:lstStyle>
          <a:p>
            <a:fld id="{AEAA3239-9EA4-4A65-A281-97F994456D9F}" type="slidenum">
              <a:rPr lang="en-US" smtClean="0"/>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cxnSp>
        <p:nvCxnSpPr>
          <p:cNvPr id="3" name="Straight Connector 2">
            <a:extLst>
              <a:ext uri="{FF2B5EF4-FFF2-40B4-BE49-F238E27FC236}">
                <a16:creationId xmlns:a16="http://schemas.microsoft.com/office/drawing/2014/main" id="{1FAD69B9-5A14-83A8-41F7-86017A14E034}"/>
              </a:ext>
            </a:extLst>
          </p:cNvPr>
          <p:cNvCxnSpPr>
            <a:cxnSpLocks/>
          </p:cNvCxnSpPr>
          <p:nvPr/>
        </p:nvCxnSpPr>
        <p:spPr>
          <a:xfrm>
            <a:off x="5648295"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3C24A26F-E6FC-DE28-35E6-D03BF996DC47}"/>
              </a:ext>
            </a:extLst>
          </p:cNvPr>
          <p:cNvCxnSpPr>
            <a:cxnSpLocks/>
          </p:cNvCxnSpPr>
          <p:nvPr userDrawn="1"/>
        </p:nvCxnSpPr>
        <p:spPr>
          <a:xfrm>
            <a:off x="5648295"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354349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500039"/>
            <a:ext cx="3363514" cy="1667226"/>
          </a:xfrm>
        </p:spPr>
        <p:txBody>
          <a:bodyPr anchor="b">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lang="en-US" dirty="0"/>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315569"/>
            <a:ext cx="3363513" cy="38546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212663" y="6343955"/>
            <a:ext cx="2012061" cy="365125"/>
          </a:xfrm>
          <a:prstGeom prst="rect">
            <a:avLst/>
          </a:prstGeom>
        </p:spPr>
        <p:txBody>
          <a:bodyPr/>
          <a:lstStyle/>
          <a:p>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343955"/>
            <a:ext cx="922372"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a:prstGeom prst="rect">
            <a:avLst/>
          </a:prstGeom>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3B3C7E6A-ACFC-5D7E-62EC-7EDD357DED5D}"/>
              </a:ext>
            </a:extLst>
          </p:cNvPr>
          <p:cNvCxnSpPr>
            <a:cxnSpLocks/>
          </p:cNvCxnSpPr>
          <p:nvPr/>
        </p:nvCxnSpPr>
        <p:spPr>
          <a:xfrm>
            <a:off x="7600186"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1384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500039"/>
            <a:ext cx="3363514" cy="1667226"/>
          </a:xfrm>
        </p:spPr>
        <p:txBody>
          <a:bodyPr anchor="b">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824" y="2315569"/>
            <a:ext cx="3363513" cy="3814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7" y="6343955"/>
            <a:ext cx="1637337" cy="365125"/>
          </a:xfrm>
          <a:prstGeom prst="rect">
            <a:avLst/>
          </a:prstGeom>
        </p:spPr>
        <p:txBody>
          <a:bodyPr/>
          <a:lstStyle/>
          <a:p>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703447" y="6343955"/>
            <a:ext cx="949766"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653213" y="6343955"/>
            <a:ext cx="429207" cy="365125"/>
          </a:xfrm>
          <a:prstGeom prst="rect">
            <a:avLst/>
          </a:prstGeom>
        </p:spPr>
        <p:txBody>
          <a:bodyPr/>
          <a:lstStyle/>
          <a:p>
            <a:fld id="{AEAA3239-9EA4-4A65-A281-97F994456D9F}" type="slidenum">
              <a:rPr lang="en-US" smtClean="0"/>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607856" y="0"/>
            <a:ext cx="7584144"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cxnSp>
        <p:nvCxnSpPr>
          <p:cNvPr id="3" name="Straight Connector 2">
            <a:extLst>
              <a:ext uri="{FF2B5EF4-FFF2-40B4-BE49-F238E27FC236}">
                <a16:creationId xmlns:a16="http://schemas.microsoft.com/office/drawing/2014/main" id="{F2A89F80-5D6A-4ABF-AB9F-E9B855484CF2}"/>
              </a:ext>
            </a:extLst>
          </p:cNvPr>
          <p:cNvCxnSpPr>
            <a:cxnSpLocks/>
          </p:cNvCxnSpPr>
          <p:nvPr/>
        </p:nvCxnSpPr>
        <p:spPr>
          <a:xfrm>
            <a:off x="4597223"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44265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1" y="990511"/>
            <a:ext cx="2699254" cy="1858941"/>
          </a:xfrm>
        </p:spPr>
        <p:txBody>
          <a:bodyPr anchor="b"/>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85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343955"/>
            <a:ext cx="1404460" cy="365125"/>
          </a:xfrm>
          <a:prstGeom prst="rect">
            <a:avLst/>
          </a:prstGeom>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a:prstGeom prst="rect">
            <a:avLst/>
          </a:prstGeom>
        </p:spPr>
        <p:txBody>
          <a:bodyPr/>
          <a:lstStyle>
            <a:lvl1pPr>
              <a:defRPr>
                <a:solidFill>
                  <a:schemeClr val="tx1"/>
                </a:solidFill>
                <a:effectLst/>
              </a:defRPr>
            </a:lvl1p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dirty="0"/>
          </a:p>
        </p:txBody>
      </p:sp>
      <p:cxnSp>
        <p:nvCxnSpPr>
          <p:cNvPr id="3" name="Straight Connector 2">
            <a:extLst>
              <a:ext uri="{FF2B5EF4-FFF2-40B4-BE49-F238E27FC236}">
                <a16:creationId xmlns:a16="http://schemas.microsoft.com/office/drawing/2014/main" id="{EC6861E3-1150-D516-3BEE-655B15B4B936}"/>
              </a:ext>
            </a:extLst>
          </p:cNvPr>
          <p:cNvCxnSpPr>
            <a:cxnSpLocks/>
          </p:cNvCxnSpPr>
          <p:nvPr/>
        </p:nvCxnSpPr>
        <p:spPr>
          <a:xfrm>
            <a:off x="834080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620104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990511"/>
            <a:ext cx="2699254" cy="1858941"/>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5697" y="6343955"/>
            <a:ext cx="1404460" cy="365125"/>
          </a:xfrm>
          <a:prstGeom prst="rect">
            <a:avLst/>
          </a:prstGeom>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606165" y="6343955"/>
            <a:ext cx="1597578" cy="365125"/>
          </a:xfrm>
          <a:prstGeom prst="rect">
            <a:avLst/>
          </a:prstGeom>
        </p:spPr>
        <p:txBody>
          <a:bodyPr/>
          <a:lstStyle>
            <a:lvl1pPr>
              <a:defRPr>
                <a:solidFill>
                  <a:schemeClr val="tx1"/>
                </a:solidFill>
                <a:effectLst/>
              </a:defRPr>
            </a:lvl1p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203743" y="6343955"/>
            <a:ext cx="429207" cy="365125"/>
          </a:xfrm>
          <a:prstGeom prst="rect">
            <a:avLst/>
          </a:prstGeom>
        </p:spPr>
        <p:txBody>
          <a:bodyPr/>
          <a:lstStyle/>
          <a:p>
            <a:fld id="{AEAA3239-9EA4-4A65-A281-97F994456D9F}" type="slidenum">
              <a:rPr lang="en-US" smtClean="0"/>
              <a:t>‹#›</a:t>
            </a:fld>
            <a:endParaRPr lang="en-US" dirty="0"/>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3865677"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85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lang="en-US" dirty="0"/>
            </a:lvl1pPr>
          </a:lstStyle>
          <a:p>
            <a:r>
              <a:rPr lang="en-US" dirty="0"/>
              <a:t> </a:t>
            </a:r>
          </a:p>
        </p:txBody>
      </p:sp>
      <p:cxnSp>
        <p:nvCxnSpPr>
          <p:cNvPr id="3" name="Straight Connector 2">
            <a:extLst>
              <a:ext uri="{FF2B5EF4-FFF2-40B4-BE49-F238E27FC236}">
                <a16:creationId xmlns:a16="http://schemas.microsoft.com/office/drawing/2014/main" id="{94B94044-CD6D-BA64-4DAF-CF4588CD625D}"/>
              </a:ext>
            </a:extLst>
          </p:cNvPr>
          <p:cNvCxnSpPr>
            <a:cxnSpLocks/>
          </p:cNvCxnSpPr>
          <p:nvPr/>
        </p:nvCxnSpPr>
        <p:spPr>
          <a:xfrm>
            <a:off x="3855044"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71462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4457610"/>
            <a:ext cx="4019522" cy="1617925"/>
          </a:xfrm>
        </p:spPr>
        <p:txBody>
          <a:bodyPr anchor="t">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142231"/>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6010" y="4457611"/>
            <a:ext cx="6426391" cy="1617924"/>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9620E07E-3D6A-C86E-678B-DE98A157F07A}"/>
              </a:ext>
            </a:extLst>
          </p:cNvPr>
          <p:cNvCxnSpPr>
            <a:cxnSpLocks/>
          </p:cNvCxnSpPr>
          <p:nvPr/>
        </p:nvCxnSpPr>
        <p:spPr>
          <a:xfrm>
            <a:off x="0" y="4142231"/>
            <a:ext cx="1219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08AF9810-922B-05C3-1FAC-78185AB607C8}"/>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dirty="0"/>
          </a:p>
        </p:txBody>
      </p:sp>
      <p:sp>
        <p:nvSpPr>
          <p:cNvPr id="4" name="Date Placeholder 3">
            <a:extLst>
              <a:ext uri="{FF2B5EF4-FFF2-40B4-BE49-F238E27FC236}">
                <a16:creationId xmlns:a16="http://schemas.microsoft.com/office/drawing/2014/main" id="{323AD7B9-A665-0D5C-1732-A369FD093C99}"/>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dirty="0"/>
          </a:p>
        </p:txBody>
      </p:sp>
      <p:sp>
        <p:nvSpPr>
          <p:cNvPr id="10" name="Slide Number Placeholder 5">
            <a:extLst>
              <a:ext uri="{FF2B5EF4-FFF2-40B4-BE49-F238E27FC236}">
                <a16:creationId xmlns:a16="http://schemas.microsoft.com/office/drawing/2014/main" id="{087B8D0A-511A-808A-9972-2B279CED552D}"/>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38925624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80757"/>
            <a:ext cx="3044954" cy="2245126"/>
          </a:xfrm>
        </p:spPr>
        <p:txBody>
          <a:bodyPr anchor="t">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3880757"/>
            <a:ext cx="7460029" cy="2443843"/>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B58B5EBB-F005-1B2B-24BF-B4DBB49FF96A}"/>
              </a:ext>
            </a:extLst>
          </p:cNvPr>
          <p:cNvCxnSpPr>
            <a:cxnSpLocks/>
          </p:cNvCxnSpPr>
          <p:nvPr/>
        </p:nvCxnSpPr>
        <p:spPr>
          <a:xfrm>
            <a:off x="0" y="3453964"/>
            <a:ext cx="1219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4EE91E5E-1D54-4277-467D-BF89B7943D9A}"/>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dirty="0"/>
          </a:p>
        </p:txBody>
      </p:sp>
      <p:sp>
        <p:nvSpPr>
          <p:cNvPr id="4" name="Date Placeholder 3">
            <a:extLst>
              <a:ext uri="{FF2B5EF4-FFF2-40B4-BE49-F238E27FC236}">
                <a16:creationId xmlns:a16="http://schemas.microsoft.com/office/drawing/2014/main" id="{5C57E62A-1224-89D2-C4D8-65D8B0271FF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dirty="0"/>
          </a:p>
        </p:txBody>
      </p:sp>
      <p:sp>
        <p:nvSpPr>
          <p:cNvPr id="10" name="Slide Number Placeholder 5">
            <a:extLst>
              <a:ext uri="{FF2B5EF4-FFF2-40B4-BE49-F238E27FC236}">
                <a16:creationId xmlns:a16="http://schemas.microsoft.com/office/drawing/2014/main" id="{BB0821DC-7B6A-0BDA-7ED9-271E04FA2C89}"/>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172791412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600" y="707477"/>
            <a:ext cx="3021873" cy="1773540"/>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707476"/>
            <a:ext cx="7460029" cy="233045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3135210"/>
            <a:ext cx="2791027" cy="365125"/>
          </a:xfrm>
          <a:prstGeom prst="rect">
            <a:avLst/>
          </a:prstGeom>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3135210"/>
            <a:ext cx="1559379"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3135210"/>
            <a:ext cx="429207" cy="365125"/>
          </a:xfrm>
          <a:prstGeom prst="rect">
            <a:avLst/>
          </a:prstGeom>
        </p:spPr>
        <p:txBody>
          <a:bodyPr/>
          <a:lstStyle/>
          <a:p>
            <a:fld id="{AEAA3239-9EA4-4A65-A281-97F994456D9F}" type="slidenum">
              <a:rPr lang="en-US" smtClean="0"/>
              <a:t>‹#›</a:t>
            </a:fld>
            <a:endParaRPr lang="en-US" dirty="0"/>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1" y="3636524"/>
            <a:ext cx="12192000" cy="3221477"/>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a:blip r:embed="rId2">
              <a:alphaModFix amt="85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dirty="0"/>
              <a:t> </a:t>
            </a:r>
          </a:p>
        </p:txBody>
      </p:sp>
      <p:cxnSp>
        <p:nvCxnSpPr>
          <p:cNvPr id="3" name="Straight Connector 2">
            <a:extLst>
              <a:ext uri="{FF2B5EF4-FFF2-40B4-BE49-F238E27FC236}">
                <a16:creationId xmlns:a16="http://schemas.microsoft.com/office/drawing/2014/main" id="{EB6FCCB7-3844-DE9F-A18B-F5FFF900264C}"/>
              </a:ext>
            </a:extLst>
          </p:cNvPr>
          <p:cNvCxnSpPr>
            <a:cxnSpLocks/>
          </p:cNvCxnSpPr>
          <p:nvPr/>
        </p:nvCxnSpPr>
        <p:spPr>
          <a:xfrm>
            <a:off x="-1" y="3625891"/>
            <a:ext cx="1219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297013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1838424"/>
            <a:ext cx="4485564" cy="44881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055525" cy="365125"/>
          </a:xfrm>
          <a:prstGeom prst="rect">
            <a:avLst/>
          </a:prstGeom>
        </p:spPr>
        <p:txBody>
          <a:bodyPr/>
          <a:lstStyle/>
          <a:p>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3232969" y="6343955"/>
            <a:ext cx="1449697"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4682667" y="6343955"/>
            <a:ext cx="443060" cy="365125"/>
          </a:xfrm>
          <a:prstGeom prst="rect">
            <a:avLst/>
          </a:prstGeom>
        </p:spPr>
        <p:txBody>
          <a:bodyPr/>
          <a:lstStyle/>
          <a:p>
            <a:fld id="{AEAA3239-9EA4-4A65-A281-97F994456D9F}" type="slidenum">
              <a:rPr lang="en-US" smtClean="0"/>
              <a:t>‹#›</a:t>
            </a:fld>
            <a:endParaRPr lang="en-US" dirty="0"/>
          </a:p>
        </p:txBody>
      </p:sp>
      <p:sp>
        <p:nvSpPr>
          <p:cNvPr id="3" name="Shape">
            <a:extLst>
              <a:ext uri="{FF2B5EF4-FFF2-40B4-BE49-F238E27FC236}">
                <a16:creationId xmlns:a16="http://schemas.microsoft.com/office/drawing/2014/main" id="{7D2E59BA-BC78-5994-0E85-6CEE8FE1A2C7}"/>
              </a:ext>
            </a:extLst>
          </p:cNvPr>
          <p:cNvSpPr/>
          <p:nvPr/>
        </p:nvSpPr>
        <p:spPr>
          <a:xfrm>
            <a:off x="5774454" y="2174531"/>
            <a:ext cx="5804899" cy="4152068"/>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5" name="Picture Placeholder 10">
            <a:extLst>
              <a:ext uri="{FF2B5EF4-FFF2-40B4-BE49-F238E27FC236}">
                <a16:creationId xmlns:a16="http://schemas.microsoft.com/office/drawing/2014/main" id="{7C8527F9-0AAC-2962-54C9-733B06E86439}"/>
              </a:ext>
            </a:extLst>
          </p:cNvPr>
          <p:cNvSpPr>
            <a:spLocks noGrp="1"/>
          </p:cNvSpPr>
          <p:nvPr>
            <p:ph type="pic" sz="quarter" idx="18" hasCustomPrompt="1"/>
          </p:nvPr>
        </p:nvSpPr>
        <p:spPr>
          <a:xfrm>
            <a:off x="5644314" y="1838424"/>
            <a:ext cx="5715205" cy="4292324"/>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dirty="0"/>
              <a:t> </a:t>
            </a:r>
          </a:p>
        </p:txBody>
      </p:sp>
    </p:spTree>
    <p:extLst>
      <p:ext uri="{BB962C8B-B14F-4D97-AF65-F5344CB8AC3E}">
        <p14:creationId xmlns:p14="http://schemas.microsoft.com/office/powerpoint/2010/main" val="3336434706"/>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50FC415C-6548-7A71-9590-9F59EEF87C10}"/>
              </a:ext>
            </a:extLst>
          </p:cNvPr>
          <p:cNvSpPr/>
          <p:nvPr/>
        </p:nvSpPr>
        <p:spPr>
          <a:xfrm>
            <a:off x="5440228" y="2239339"/>
            <a:ext cx="6139125" cy="3880753"/>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12398"/>
            <a:ext cx="4113357" cy="42076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10">
            <a:extLst>
              <a:ext uri="{FF2B5EF4-FFF2-40B4-BE49-F238E27FC236}">
                <a16:creationId xmlns:a16="http://schemas.microsoft.com/office/drawing/2014/main" id="{5013ECA8-A109-DA0B-779F-91413FC01923}"/>
              </a:ext>
            </a:extLst>
          </p:cNvPr>
          <p:cNvSpPr>
            <a:spLocks noGrp="1"/>
          </p:cNvSpPr>
          <p:nvPr>
            <p:ph type="pic" sz="quarter" idx="18" hasCustomPrompt="1"/>
          </p:nvPr>
        </p:nvSpPr>
        <p:spPr>
          <a:xfrm>
            <a:off x="5315252" y="1912398"/>
            <a:ext cx="6044267" cy="4011844"/>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lang="en-US" dirty="0"/>
            </a:lvl1pPr>
          </a:lstStyle>
          <a:p>
            <a:r>
              <a:rPr lang="en-US" dirty="0"/>
              <a:t> </a:t>
            </a:r>
          </a:p>
        </p:txBody>
      </p:sp>
      <p:sp>
        <p:nvSpPr>
          <p:cNvPr id="7" name="Footer Placeholder 4">
            <a:extLst>
              <a:ext uri="{FF2B5EF4-FFF2-40B4-BE49-F238E27FC236}">
                <a16:creationId xmlns:a16="http://schemas.microsoft.com/office/drawing/2014/main" id="{F87E7E84-44E5-0E60-3EE3-8737B2A18FA8}"/>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dirty="0"/>
          </a:p>
        </p:txBody>
      </p:sp>
      <p:sp>
        <p:nvSpPr>
          <p:cNvPr id="6" name="Date Placeholder 3">
            <a:extLst>
              <a:ext uri="{FF2B5EF4-FFF2-40B4-BE49-F238E27FC236}">
                <a16:creationId xmlns:a16="http://schemas.microsoft.com/office/drawing/2014/main" id="{38E621FE-7CC2-0C35-A07D-B3FC44FD4C21}"/>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dirty="0"/>
          </a:p>
        </p:txBody>
      </p:sp>
      <p:sp>
        <p:nvSpPr>
          <p:cNvPr id="11" name="Slide Number Placeholder 5">
            <a:extLst>
              <a:ext uri="{FF2B5EF4-FFF2-40B4-BE49-F238E27FC236}">
                <a16:creationId xmlns:a16="http://schemas.microsoft.com/office/drawing/2014/main" id="{A00CB403-B088-E56C-7827-A20ABF5769E6}"/>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693761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2677956A-C88F-78CB-7428-13BB3FEF3483}"/>
              </a:ext>
            </a:extLst>
          </p:cNvPr>
          <p:cNvSpPr/>
          <p:nvPr/>
        </p:nvSpPr>
        <p:spPr>
          <a:xfrm>
            <a:off x="739739" y="1970410"/>
            <a:ext cx="5804899" cy="434956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7784"/>
            <a:ext cx="10969753" cy="932688"/>
          </a:xfrm>
        </p:spPr>
        <p:txBody>
          <a:bodyPr anchor="b"/>
          <a:lstStyle/>
          <a:p>
            <a:r>
              <a:rPr lang="en-US"/>
              <a:t>Click to edit Master title style</a:t>
            </a:r>
            <a:endParaRPr lang="en-US" dirty="0"/>
          </a:p>
        </p:txBody>
      </p:sp>
      <p:sp>
        <p:nvSpPr>
          <p:cNvPr id="5" name="Picture Placeholder 10">
            <a:extLst>
              <a:ext uri="{FF2B5EF4-FFF2-40B4-BE49-F238E27FC236}">
                <a16:creationId xmlns:a16="http://schemas.microsoft.com/office/drawing/2014/main" id="{186B2304-4EA6-E2B5-F4F8-D1686841F0A1}"/>
              </a:ext>
            </a:extLst>
          </p:cNvPr>
          <p:cNvSpPr>
            <a:spLocks noGrp="1"/>
          </p:cNvSpPr>
          <p:nvPr>
            <p:ph type="pic" sz="quarter" idx="18" hasCustomPrompt="1"/>
          </p:nvPr>
        </p:nvSpPr>
        <p:spPr>
          <a:xfrm>
            <a:off x="609599" y="1627632"/>
            <a:ext cx="5715205" cy="4496489"/>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03255" y="1627632"/>
            <a:ext cx="4479145" cy="46923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7103254" y="6343955"/>
            <a:ext cx="2144113" cy="365125"/>
          </a:xfrm>
          <a:prstGeom prst="rect">
            <a:avLst/>
          </a:prstGeom>
        </p:spPr>
        <p:txBody>
          <a:bodyPr/>
          <a:lstStyle/>
          <a:p>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98655" y="6343955"/>
            <a:ext cx="1449697"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25200" y="6343955"/>
            <a:ext cx="443060" cy="365125"/>
          </a:xfrm>
          <a:prstGeom prst="rect">
            <a:avLst/>
          </a:prstGeo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408516247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D5D7C530-B577-9E02-8A60-5EDBB72006B5}"/>
              </a:ext>
            </a:extLst>
          </p:cNvPr>
          <p:cNvSpPr/>
          <p:nvPr/>
        </p:nvSpPr>
        <p:spPr>
          <a:xfrm>
            <a:off x="675680" y="2516628"/>
            <a:ext cx="4609551" cy="3620904"/>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06802"/>
            <a:ext cx="4672584" cy="1269482"/>
          </a:xfrm>
        </p:spPr>
        <p:txBody>
          <a:bodyPr anchor="t">
            <a:normAutofit/>
          </a:bodyPr>
          <a:lstStyle>
            <a:lvl1pPr>
              <a:defRPr sz="3600"/>
            </a:lvl1pPr>
          </a:lstStyle>
          <a:p>
            <a:r>
              <a:rPr lang="en-US"/>
              <a:t>Click to edit Master title style</a:t>
            </a:r>
            <a:endParaRPr lang="en-US" dirty="0"/>
          </a:p>
        </p:txBody>
      </p:sp>
      <p:sp>
        <p:nvSpPr>
          <p:cNvPr id="4" name="Picture Placeholder 10">
            <a:extLst>
              <a:ext uri="{FF2B5EF4-FFF2-40B4-BE49-F238E27FC236}">
                <a16:creationId xmlns:a16="http://schemas.microsoft.com/office/drawing/2014/main" id="{4F75EDFE-D268-4D74-752B-6DB079CF1C9C}"/>
              </a:ext>
            </a:extLst>
          </p:cNvPr>
          <p:cNvSpPr>
            <a:spLocks noGrp="1"/>
          </p:cNvSpPr>
          <p:nvPr>
            <p:ph type="pic" sz="quarter" idx="15" hasCustomPrompt="1"/>
          </p:nvPr>
        </p:nvSpPr>
        <p:spPr>
          <a:xfrm>
            <a:off x="609599" y="2173850"/>
            <a:ext cx="4488792" cy="3793671"/>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05563" y="732155"/>
            <a:ext cx="5676838" cy="5405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4">
            <a:extLst>
              <a:ext uri="{FF2B5EF4-FFF2-40B4-BE49-F238E27FC236}">
                <a16:creationId xmlns:a16="http://schemas.microsoft.com/office/drawing/2014/main" id="{6B72A591-427A-90CA-36AE-C150001B3889}"/>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dirty="0"/>
          </a:p>
        </p:txBody>
      </p:sp>
      <p:sp>
        <p:nvSpPr>
          <p:cNvPr id="9" name="Date Placeholder 3">
            <a:extLst>
              <a:ext uri="{FF2B5EF4-FFF2-40B4-BE49-F238E27FC236}">
                <a16:creationId xmlns:a16="http://schemas.microsoft.com/office/drawing/2014/main" id="{9FBD4796-905C-132A-092E-22E9AF1B017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dirty="0"/>
          </a:p>
        </p:txBody>
      </p:sp>
      <p:sp>
        <p:nvSpPr>
          <p:cNvPr id="11" name="Slide Number Placeholder 5">
            <a:extLst>
              <a:ext uri="{FF2B5EF4-FFF2-40B4-BE49-F238E27FC236}">
                <a16:creationId xmlns:a16="http://schemas.microsoft.com/office/drawing/2014/main" id="{FFED0402-467D-E037-9829-BCC7DE3B8845}"/>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409685084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6E70FB67-0F80-BE17-D86B-F8A00D36D16F}"/>
              </a:ext>
            </a:extLst>
          </p:cNvPr>
          <p:cNvSpPr/>
          <p:nvPr/>
        </p:nvSpPr>
        <p:spPr>
          <a:xfrm>
            <a:off x="792041" y="2637923"/>
            <a:ext cx="3529341" cy="3508440"/>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709098"/>
            <a:ext cx="3696859" cy="1316347"/>
          </a:xfrm>
        </p:spPr>
        <p:txBody>
          <a:bodyPr anchor="t">
            <a:no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25960" y="2295145"/>
            <a:ext cx="3436881" cy="3675841"/>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3150" y="709098"/>
            <a:ext cx="6644488" cy="54398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4">
            <a:extLst>
              <a:ext uri="{FF2B5EF4-FFF2-40B4-BE49-F238E27FC236}">
                <a16:creationId xmlns:a16="http://schemas.microsoft.com/office/drawing/2014/main" id="{82135E48-6254-45C6-7DDB-66AFB415069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dirty="0"/>
          </a:p>
        </p:txBody>
      </p:sp>
      <p:sp>
        <p:nvSpPr>
          <p:cNvPr id="4" name="Date Placeholder 3">
            <a:extLst>
              <a:ext uri="{FF2B5EF4-FFF2-40B4-BE49-F238E27FC236}">
                <a16:creationId xmlns:a16="http://schemas.microsoft.com/office/drawing/2014/main" id="{DE660DF9-E1C4-5761-5FC3-5D2AEF15370B}"/>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dirty="0"/>
          </a:p>
        </p:txBody>
      </p:sp>
      <p:sp>
        <p:nvSpPr>
          <p:cNvPr id="10" name="Slide Number Placeholder 5">
            <a:extLst>
              <a:ext uri="{FF2B5EF4-FFF2-40B4-BE49-F238E27FC236}">
                <a16:creationId xmlns:a16="http://schemas.microsoft.com/office/drawing/2014/main" id="{7BEF33CE-9AB9-2977-453D-017FBD4238B0}"/>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369841755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Number Large">
    <p:bg>
      <p:bgPr>
        <a:solidFill>
          <a:schemeClr val="accent2"/>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A180E54B-9B48-0C0F-0610-C04073FB653D}"/>
              </a:ext>
            </a:extLst>
          </p:cNvPr>
          <p:cNvGrpSpPr/>
          <p:nvPr/>
        </p:nvGrpSpPr>
        <p:grpSpPr>
          <a:xfrm>
            <a:off x="452064" y="492893"/>
            <a:ext cx="11287872" cy="5876422"/>
            <a:chOff x="521208" y="647905"/>
            <a:chExt cx="11365969" cy="5565740"/>
          </a:xfrm>
        </p:grpSpPr>
        <p:sp>
          <p:nvSpPr>
            <p:cNvPr id="13" name="Shape">
              <a:extLst>
                <a:ext uri="{FF2B5EF4-FFF2-40B4-BE49-F238E27FC236}">
                  <a16:creationId xmlns:a16="http://schemas.microsoft.com/office/drawing/2014/main" id="{6C86CAED-F5F2-5E4A-1988-46AA4868C1FA}"/>
                </a:ext>
              </a:extLst>
            </p:cNvPr>
            <p:cNvSpPr/>
            <p:nvPr/>
          </p:nvSpPr>
          <p:spPr>
            <a:xfrm>
              <a:off x="725402" y="1009217"/>
              <a:ext cx="11161775" cy="520442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62AE8BDC-EA76-AF91-E344-4442668F1ED3}"/>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5" name="Title 9">
            <a:extLst>
              <a:ext uri="{FF2B5EF4-FFF2-40B4-BE49-F238E27FC236}">
                <a16:creationId xmlns:a16="http://schemas.microsoft.com/office/drawing/2014/main" id="{213AB558-35C1-4A44-D31A-525DE98EC36A}"/>
              </a:ext>
            </a:extLst>
          </p:cNvPr>
          <p:cNvSpPr>
            <a:spLocks noGrp="1"/>
          </p:cNvSpPr>
          <p:nvPr>
            <p:ph type="title"/>
          </p:nvPr>
        </p:nvSpPr>
        <p:spPr>
          <a:xfrm>
            <a:off x="1806646" y="4411825"/>
            <a:ext cx="8385556" cy="1500447"/>
          </a:xfrm>
        </p:spPr>
        <p:txBody>
          <a:bodyPr>
            <a:normAutofit/>
          </a:bodyPr>
          <a:lstStyle>
            <a:lvl1pPr algn="ctr">
              <a:lnSpc>
                <a:spcPct val="120000"/>
              </a:lnSpc>
              <a:spcBef>
                <a:spcPts val="1000"/>
              </a:spcBef>
              <a:defRPr sz="2400" cap="all" baseline="0">
                <a:latin typeface="+mn-lt"/>
              </a:defRPr>
            </a:lvl1pPr>
          </a:lstStyle>
          <a:p>
            <a:r>
              <a:rPr lang="en-US" dirty="0"/>
              <a:t>Click to edit Master title style</a:t>
            </a:r>
          </a:p>
        </p:txBody>
      </p:sp>
      <p:sp>
        <p:nvSpPr>
          <p:cNvPr id="4" name="Content Placeholder 5">
            <a:extLst>
              <a:ext uri="{FF2B5EF4-FFF2-40B4-BE49-F238E27FC236}">
                <a16:creationId xmlns:a16="http://schemas.microsoft.com/office/drawing/2014/main" id="{0A5A92EC-E3FB-31E9-61F0-EE7ECD707D39}"/>
              </a:ext>
            </a:extLst>
          </p:cNvPr>
          <p:cNvSpPr>
            <a:spLocks noGrp="1"/>
          </p:cNvSpPr>
          <p:nvPr>
            <p:ph sz="quarter" idx="10" hasCustomPrompt="1"/>
          </p:nvPr>
        </p:nvSpPr>
        <p:spPr>
          <a:xfrm>
            <a:off x="708096" y="731564"/>
            <a:ext cx="10582656" cy="3680261"/>
          </a:xfrm>
        </p:spPr>
        <p:txBody>
          <a:bodyPr anchor="b">
            <a:noAutofit/>
          </a:bodyPr>
          <a:lstStyle>
            <a:lvl1pPr marL="0" indent="0" algn="ctr">
              <a:lnSpc>
                <a:spcPct val="90000"/>
              </a:lnSpc>
              <a:buNone/>
              <a:defRPr sz="23200">
                <a:latin typeface="+mj-lt"/>
              </a:defRPr>
            </a:lvl1pPr>
          </a:lstStyle>
          <a:p>
            <a:pPr lvl="0"/>
            <a:r>
              <a:rPr lang="en-US" dirty="0"/>
              <a:t>##%</a:t>
            </a:r>
          </a:p>
        </p:txBody>
      </p:sp>
      <p:sp>
        <p:nvSpPr>
          <p:cNvPr id="8" name="Footer Placeholder 4">
            <a:extLst>
              <a:ext uri="{FF2B5EF4-FFF2-40B4-BE49-F238E27FC236}">
                <a16:creationId xmlns:a16="http://schemas.microsoft.com/office/drawing/2014/main" id="{0772E3F0-624C-9464-9338-4D71D7C1241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dirty="0"/>
          </a:p>
        </p:txBody>
      </p:sp>
      <p:sp>
        <p:nvSpPr>
          <p:cNvPr id="7" name="Date Placeholder 3">
            <a:extLst>
              <a:ext uri="{FF2B5EF4-FFF2-40B4-BE49-F238E27FC236}">
                <a16:creationId xmlns:a16="http://schemas.microsoft.com/office/drawing/2014/main" id="{DDC64F13-B276-91F5-3FAF-69DAEAF48A4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dirty="0"/>
          </a:p>
        </p:txBody>
      </p:sp>
      <p:sp>
        <p:nvSpPr>
          <p:cNvPr id="9" name="Slide Number Placeholder 5">
            <a:extLst>
              <a:ext uri="{FF2B5EF4-FFF2-40B4-BE49-F238E27FC236}">
                <a16:creationId xmlns:a16="http://schemas.microsoft.com/office/drawing/2014/main" id="{7A266EE2-59A7-B270-100C-C647392CA5E6}"/>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13639619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accent4"/>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A180E54B-9B48-0C0F-0610-C04073FB653D}"/>
              </a:ext>
            </a:extLst>
          </p:cNvPr>
          <p:cNvGrpSpPr/>
          <p:nvPr/>
        </p:nvGrpSpPr>
        <p:grpSpPr>
          <a:xfrm>
            <a:off x="452064" y="492893"/>
            <a:ext cx="11287872" cy="5876422"/>
            <a:chOff x="521208" y="647905"/>
            <a:chExt cx="11365969" cy="5565740"/>
          </a:xfrm>
        </p:grpSpPr>
        <p:sp>
          <p:nvSpPr>
            <p:cNvPr id="13" name="Shape">
              <a:extLst>
                <a:ext uri="{FF2B5EF4-FFF2-40B4-BE49-F238E27FC236}">
                  <a16:creationId xmlns:a16="http://schemas.microsoft.com/office/drawing/2014/main" id="{6C86CAED-F5F2-5E4A-1988-46AA4868C1FA}"/>
                </a:ext>
              </a:extLst>
            </p:cNvPr>
            <p:cNvSpPr/>
            <p:nvPr/>
          </p:nvSpPr>
          <p:spPr>
            <a:xfrm>
              <a:off x="725402" y="1009217"/>
              <a:ext cx="11161775" cy="5204428"/>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62AE8BDC-EA76-AF91-E344-4442668F1ED3}"/>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10" name="Title 9">
            <a:extLst>
              <a:ext uri="{FF2B5EF4-FFF2-40B4-BE49-F238E27FC236}">
                <a16:creationId xmlns:a16="http://schemas.microsoft.com/office/drawing/2014/main" id="{CFF24796-27C6-1A14-59BA-1D20CAD01649}"/>
              </a:ext>
            </a:extLst>
          </p:cNvPr>
          <p:cNvSpPr>
            <a:spLocks noGrp="1"/>
          </p:cNvSpPr>
          <p:nvPr>
            <p:ph type="title"/>
          </p:nvPr>
        </p:nvSpPr>
        <p:spPr>
          <a:xfrm>
            <a:off x="1042666" y="4411825"/>
            <a:ext cx="8385556" cy="1500447"/>
          </a:xfrm>
        </p:spPr>
        <p:txBody>
          <a:bodyPr>
            <a:normAutofit/>
          </a:bodyPr>
          <a:lstStyle>
            <a:lvl1pPr>
              <a:lnSpc>
                <a:spcPct val="120000"/>
              </a:lnSpc>
              <a:spcBef>
                <a:spcPts val="1000"/>
              </a:spcBef>
              <a:defRPr sz="2400" cap="all" baseline="0">
                <a:latin typeface="+mn-lt"/>
              </a:defRPr>
            </a:lvl1pPr>
          </a:lstStyle>
          <a:p>
            <a:r>
              <a:rPr lang="en-US" dirty="0"/>
              <a:t>Click to edit Master title style</a:t>
            </a:r>
          </a:p>
        </p:txBody>
      </p:sp>
      <p:sp>
        <p:nvSpPr>
          <p:cNvPr id="6" name="Content Placeholder 5">
            <a:extLst>
              <a:ext uri="{FF2B5EF4-FFF2-40B4-BE49-F238E27FC236}">
                <a16:creationId xmlns:a16="http://schemas.microsoft.com/office/drawing/2014/main" id="{339E7A66-804B-6952-8FF1-16C74E3D536B}"/>
              </a:ext>
            </a:extLst>
          </p:cNvPr>
          <p:cNvSpPr>
            <a:spLocks noGrp="1"/>
          </p:cNvSpPr>
          <p:nvPr>
            <p:ph sz="quarter" idx="10" hasCustomPrompt="1"/>
          </p:nvPr>
        </p:nvSpPr>
        <p:spPr>
          <a:xfrm>
            <a:off x="1042666" y="731564"/>
            <a:ext cx="9918700" cy="3680261"/>
          </a:xfrm>
        </p:spPr>
        <p:txBody>
          <a:bodyPr anchor="b">
            <a:noAutofit/>
          </a:bodyPr>
          <a:lstStyle>
            <a:lvl1pPr marL="0" indent="0">
              <a:lnSpc>
                <a:spcPct val="90000"/>
              </a:lnSpc>
              <a:buNone/>
              <a:defRPr sz="23200">
                <a:latin typeface="+mj-lt"/>
              </a:defRPr>
            </a:lvl1pPr>
          </a:lstStyle>
          <a:p>
            <a:pPr lvl="0"/>
            <a:r>
              <a:rPr lang="en-US" dirty="0"/>
              <a:t>##%</a:t>
            </a:r>
          </a:p>
        </p:txBody>
      </p:sp>
      <p:sp>
        <p:nvSpPr>
          <p:cNvPr id="8" name="Footer Placeholder 4">
            <a:extLst>
              <a:ext uri="{FF2B5EF4-FFF2-40B4-BE49-F238E27FC236}">
                <a16:creationId xmlns:a16="http://schemas.microsoft.com/office/drawing/2014/main" id="{48B0C2F5-833E-589B-382A-13B46D9A4B26}"/>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dirty="0"/>
          </a:p>
        </p:txBody>
      </p:sp>
      <p:sp>
        <p:nvSpPr>
          <p:cNvPr id="7" name="Date Placeholder 3">
            <a:extLst>
              <a:ext uri="{FF2B5EF4-FFF2-40B4-BE49-F238E27FC236}">
                <a16:creationId xmlns:a16="http://schemas.microsoft.com/office/drawing/2014/main" id="{FB498214-05A5-D7BC-183C-F46B38033726}"/>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dirty="0"/>
          </a:p>
        </p:txBody>
      </p:sp>
      <p:sp>
        <p:nvSpPr>
          <p:cNvPr id="9" name="Slide Number Placeholder 5">
            <a:extLst>
              <a:ext uri="{FF2B5EF4-FFF2-40B4-BE49-F238E27FC236}">
                <a16:creationId xmlns:a16="http://schemas.microsoft.com/office/drawing/2014/main" id="{21D5C440-7C25-FCBF-0AFD-9A43D18655E3}"/>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388497510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accent3"/>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A180E54B-9B48-0C0F-0610-C04073FB653D}"/>
              </a:ext>
            </a:extLst>
          </p:cNvPr>
          <p:cNvGrpSpPr/>
          <p:nvPr/>
        </p:nvGrpSpPr>
        <p:grpSpPr>
          <a:xfrm>
            <a:off x="452064" y="492893"/>
            <a:ext cx="11287872" cy="5876422"/>
            <a:chOff x="521208" y="647905"/>
            <a:chExt cx="11365969" cy="5565740"/>
          </a:xfrm>
        </p:grpSpPr>
        <p:sp>
          <p:nvSpPr>
            <p:cNvPr id="13" name="Shape">
              <a:extLst>
                <a:ext uri="{FF2B5EF4-FFF2-40B4-BE49-F238E27FC236}">
                  <a16:creationId xmlns:a16="http://schemas.microsoft.com/office/drawing/2014/main" id="{6C86CAED-F5F2-5E4A-1988-46AA4868C1FA}"/>
                </a:ext>
              </a:extLst>
            </p:cNvPr>
            <p:cNvSpPr/>
            <p:nvPr/>
          </p:nvSpPr>
          <p:spPr>
            <a:xfrm>
              <a:off x="725402" y="1009217"/>
              <a:ext cx="11161775" cy="5204428"/>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62AE8BDC-EA76-AF91-E344-4442668F1ED3}"/>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6" name="Title 9">
            <a:extLst>
              <a:ext uri="{FF2B5EF4-FFF2-40B4-BE49-F238E27FC236}">
                <a16:creationId xmlns:a16="http://schemas.microsoft.com/office/drawing/2014/main" id="{966F0FDE-BE83-A597-B207-9E1836880992}"/>
              </a:ext>
            </a:extLst>
          </p:cNvPr>
          <p:cNvSpPr>
            <a:spLocks noGrp="1"/>
          </p:cNvSpPr>
          <p:nvPr>
            <p:ph type="title"/>
          </p:nvPr>
        </p:nvSpPr>
        <p:spPr>
          <a:xfrm>
            <a:off x="1806646" y="4411825"/>
            <a:ext cx="8385556" cy="1500447"/>
          </a:xfrm>
        </p:spPr>
        <p:txBody>
          <a:bodyPr>
            <a:normAutofit/>
          </a:bodyPr>
          <a:lstStyle>
            <a:lvl1pPr algn="ctr">
              <a:lnSpc>
                <a:spcPct val="120000"/>
              </a:lnSpc>
              <a:spcBef>
                <a:spcPts val="1000"/>
              </a:spcBef>
              <a:defRPr sz="2400" cap="all" baseline="0">
                <a:latin typeface="+mn-lt"/>
              </a:defRPr>
            </a:lvl1pPr>
          </a:lstStyle>
          <a:p>
            <a:r>
              <a:rPr lang="en-US" dirty="0"/>
              <a:t>Click to edit Master title style</a:t>
            </a:r>
          </a:p>
        </p:txBody>
      </p:sp>
      <p:sp>
        <p:nvSpPr>
          <p:cNvPr id="5" name="Content Placeholder 5">
            <a:extLst>
              <a:ext uri="{FF2B5EF4-FFF2-40B4-BE49-F238E27FC236}">
                <a16:creationId xmlns:a16="http://schemas.microsoft.com/office/drawing/2014/main" id="{AECA9D19-419F-EF79-9149-F59A94F89DF0}"/>
              </a:ext>
            </a:extLst>
          </p:cNvPr>
          <p:cNvSpPr>
            <a:spLocks noGrp="1"/>
          </p:cNvSpPr>
          <p:nvPr>
            <p:ph sz="quarter" idx="10" hasCustomPrompt="1"/>
          </p:nvPr>
        </p:nvSpPr>
        <p:spPr>
          <a:xfrm>
            <a:off x="708096" y="731564"/>
            <a:ext cx="10582656" cy="3680261"/>
          </a:xfrm>
        </p:spPr>
        <p:txBody>
          <a:bodyPr anchor="b">
            <a:noAutofit/>
          </a:bodyPr>
          <a:lstStyle>
            <a:lvl1pPr marL="0" indent="0" algn="ctr">
              <a:lnSpc>
                <a:spcPct val="90000"/>
              </a:lnSpc>
              <a:buNone/>
              <a:defRPr sz="23200">
                <a:latin typeface="+mj-lt"/>
              </a:defRPr>
            </a:lvl1pPr>
          </a:lstStyle>
          <a:p>
            <a:pPr lvl="0"/>
            <a:r>
              <a:rPr lang="en-US" dirty="0"/>
              <a:t>##%</a:t>
            </a:r>
          </a:p>
        </p:txBody>
      </p:sp>
      <p:sp>
        <p:nvSpPr>
          <p:cNvPr id="8" name="Footer Placeholder 4">
            <a:extLst>
              <a:ext uri="{FF2B5EF4-FFF2-40B4-BE49-F238E27FC236}">
                <a16:creationId xmlns:a16="http://schemas.microsoft.com/office/drawing/2014/main" id="{F573A4C0-0776-77C6-66AA-8AB5D53B5E64}"/>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dirty="0"/>
          </a:p>
        </p:txBody>
      </p:sp>
      <p:sp>
        <p:nvSpPr>
          <p:cNvPr id="7" name="Date Placeholder 3">
            <a:extLst>
              <a:ext uri="{FF2B5EF4-FFF2-40B4-BE49-F238E27FC236}">
                <a16:creationId xmlns:a16="http://schemas.microsoft.com/office/drawing/2014/main" id="{22B00FB5-92F5-2777-E446-7B3B689332FF}"/>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dirty="0"/>
          </a:p>
        </p:txBody>
      </p:sp>
      <p:sp>
        <p:nvSpPr>
          <p:cNvPr id="9" name="Slide Number Placeholder 5">
            <a:extLst>
              <a:ext uri="{FF2B5EF4-FFF2-40B4-BE49-F238E27FC236}">
                <a16:creationId xmlns:a16="http://schemas.microsoft.com/office/drawing/2014/main" id="{0F52380C-3432-CA29-4761-532477B722E2}"/>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5257120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3"/>
        </a:solidFill>
        <a:effectLst/>
      </p:bgPr>
    </p:bg>
    <p:spTree>
      <p:nvGrpSpPr>
        <p:cNvPr id="1" name=""/>
        <p:cNvGrpSpPr/>
        <p:nvPr/>
      </p:nvGrpSpPr>
      <p:grpSpPr>
        <a:xfrm>
          <a:off x="0" y="0"/>
          <a:ext cx="0" cy="0"/>
          <a:chOff x="0" y="0"/>
          <a:chExt cx="0" cy="0"/>
        </a:xfrm>
      </p:grpSpPr>
      <p:sp>
        <p:nvSpPr>
          <p:cNvPr id="6" name="Shape 2">
            <a:extLst>
              <a:ext uri="{FF2B5EF4-FFF2-40B4-BE49-F238E27FC236}">
                <a16:creationId xmlns:a16="http://schemas.microsoft.com/office/drawing/2014/main" id="{A53F8570-6B05-5072-2FE4-39B21A8F9EA3}"/>
              </a:ext>
            </a:extLst>
          </p:cNvPr>
          <p:cNvSpPr/>
          <p:nvPr/>
        </p:nvSpPr>
        <p:spPr>
          <a:xfrm>
            <a:off x="1062566" y="1161412"/>
            <a:ext cx="10221119" cy="483174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8" name="Shape 1">
            <a:extLst>
              <a:ext uri="{FF2B5EF4-FFF2-40B4-BE49-F238E27FC236}">
                <a16:creationId xmlns:a16="http://schemas.microsoft.com/office/drawing/2014/main" id="{08F171EE-5BF3-25A4-19B0-5E5E7959125A}"/>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19927" y="1322671"/>
            <a:ext cx="9298005" cy="3907858"/>
          </a:xfrm>
        </p:spPr>
        <p:txBody>
          <a:bodyPr anchor="ctr">
            <a:noAutofit/>
          </a:bodyPr>
          <a:lstStyle>
            <a:lvl1pPr marL="0" indent="0" algn="ctr">
              <a:lnSpc>
                <a:spcPct val="90000"/>
              </a:lnSpc>
              <a:buNone/>
              <a:defRPr sz="6000" b="1" cap="all" baseline="0"/>
            </a:lvl1pPr>
            <a:lvl2pPr marL="228600" indent="0" algn="ctr">
              <a:lnSpc>
                <a:spcPct val="90000"/>
              </a:lnSpc>
              <a:buNone/>
              <a:defRPr sz="5400" b="1"/>
            </a:lvl2pPr>
            <a:lvl3pPr marL="457200" indent="0" algn="ctr">
              <a:lnSpc>
                <a:spcPct val="90000"/>
              </a:lnSpc>
              <a:buNone/>
              <a:defRPr sz="4800" b="1"/>
            </a:lvl3pPr>
            <a:lvl4pPr marL="685800" indent="0" algn="ctr">
              <a:lnSpc>
                <a:spcPct val="90000"/>
              </a:lnSpc>
              <a:buNone/>
              <a:defRPr sz="4400" b="1"/>
            </a:lvl4pPr>
            <a:lvl5pPr marL="914400" indent="0" algn="ctr">
              <a:lnSpc>
                <a:spcPct val="90000"/>
              </a:lnSpc>
              <a:buNone/>
              <a:defRPr sz="40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a:extLst>
              <a:ext uri="{FF2B5EF4-FFF2-40B4-BE49-F238E27FC236}">
                <a16:creationId xmlns:a16="http://schemas.microsoft.com/office/drawing/2014/main" id="{7CE3EBB0-2A3C-612E-DC6C-0AE876654FE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dirty="0"/>
          </a:p>
        </p:txBody>
      </p:sp>
      <p:sp>
        <p:nvSpPr>
          <p:cNvPr id="9" name="Date Placeholder 3">
            <a:extLst>
              <a:ext uri="{FF2B5EF4-FFF2-40B4-BE49-F238E27FC236}">
                <a16:creationId xmlns:a16="http://schemas.microsoft.com/office/drawing/2014/main" id="{075E6F7F-E895-1277-02D6-F925FA6D27AA}"/>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dirty="0"/>
          </a:p>
        </p:txBody>
      </p:sp>
      <p:sp>
        <p:nvSpPr>
          <p:cNvPr id="11" name="Slide Number Placeholder 5">
            <a:extLst>
              <a:ext uri="{FF2B5EF4-FFF2-40B4-BE49-F238E27FC236}">
                <a16:creationId xmlns:a16="http://schemas.microsoft.com/office/drawing/2014/main" id="{39676103-43BF-3489-0BCB-B1D89DE77C04}"/>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1055569955"/>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tatement 2">
    <p:bg>
      <p:bgPr>
        <a:solidFill>
          <a:schemeClr val="accent2"/>
        </a:solidFill>
        <a:effectLst/>
      </p:bgPr>
    </p:bg>
    <p:spTree>
      <p:nvGrpSpPr>
        <p:cNvPr id="1" name=""/>
        <p:cNvGrpSpPr/>
        <p:nvPr/>
      </p:nvGrpSpPr>
      <p:grpSpPr>
        <a:xfrm>
          <a:off x="0" y="0"/>
          <a:ext cx="0" cy="0"/>
          <a:chOff x="0" y="0"/>
          <a:chExt cx="0" cy="0"/>
        </a:xfrm>
      </p:grpSpPr>
      <p:sp>
        <p:nvSpPr>
          <p:cNvPr id="6" name="Shape 2">
            <a:extLst>
              <a:ext uri="{FF2B5EF4-FFF2-40B4-BE49-F238E27FC236}">
                <a16:creationId xmlns:a16="http://schemas.microsoft.com/office/drawing/2014/main" id="{67509756-1709-4FB3-87C9-65E52F8A642D}"/>
              </a:ext>
            </a:extLst>
          </p:cNvPr>
          <p:cNvSpPr/>
          <p:nvPr/>
        </p:nvSpPr>
        <p:spPr>
          <a:xfrm>
            <a:off x="1062566" y="1161412"/>
            <a:ext cx="10221119" cy="483174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8" name="Shape 1">
            <a:extLst>
              <a:ext uri="{FF2B5EF4-FFF2-40B4-BE49-F238E27FC236}">
                <a16:creationId xmlns:a16="http://schemas.microsoft.com/office/drawing/2014/main" id="{CF72170A-AA7E-9DE2-6ECB-19945A37EAD7}"/>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C3C9F461-9F58-7EDE-FFF1-E8FCAD2E23AE}"/>
              </a:ext>
            </a:extLst>
          </p:cNvPr>
          <p:cNvSpPr>
            <a:spLocks noGrp="1"/>
          </p:cNvSpPr>
          <p:nvPr>
            <p:ph sz="quarter" idx="14" hasCustomPrompt="1"/>
          </p:nvPr>
        </p:nvSpPr>
        <p:spPr>
          <a:xfrm>
            <a:off x="1319927" y="1322104"/>
            <a:ext cx="9297987" cy="3908425"/>
          </a:xfrm>
        </p:spPr>
        <p:txBody>
          <a:bodyPr anchor="ctr">
            <a:noAutofit/>
          </a:bodyPr>
          <a:lstStyle>
            <a:lvl1pPr marL="0" indent="0">
              <a:lnSpc>
                <a:spcPct val="90000"/>
              </a:lnSpc>
              <a:buNone/>
              <a:defRPr sz="6000" b="1" cap="all" baseline="0"/>
            </a:lvl1pPr>
            <a:lvl2pPr marL="228600" indent="0">
              <a:lnSpc>
                <a:spcPct val="90000"/>
              </a:lnSpc>
              <a:buNone/>
              <a:defRPr sz="5400"/>
            </a:lvl2pPr>
            <a:lvl3pPr marL="457200" indent="0">
              <a:lnSpc>
                <a:spcPct val="90000"/>
              </a:lnSpc>
              <a:buNone/>
              <a:defRPr sz="4800"/>
            </a:lvl3pPr>
            <a:lvl4pPr marL="685800" indent="0">
              <a:lnSpc>
                <a:spcPct val="90000"/>
              </a:lnSpc>
              <a:buNone/>
              <a:defRPr sz="4400"/>
            </a:lvl4pPr>
            <a:lvl5pPr marL="914400" indent="0">
              <a:lnSpc>
                <a:spcPct val="90000"/>
              </a:lnSpc>
              <a:buNone/>
              <a:defRPr sz="400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ooter Placeholder 4">
            <a:extLst>
              <a:ext uri="{FF2B5EF4-FFF2-40B4-BE49-F238E27FC236}">
                <a16:creationId xmlns:a16="http://schemas.microsoft.com/office/drawing/2014/main" id="{B368E2D6-4C18-38E3-8152-995311472939}"/>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dirty="0"/>
          </a:p>
        </p:txBody>
      </p:sp>
      <p:sp>
        <p:nvSpPr>
          <p:cNvPr id="12" name="Date Placeholder 3">
            <a:extLst>
              <a:ext uri="{FF2B5EF4-FFF2-40B4-BE49-F238E27FC236}">
                <a16:creationId xmlns:a16="http://schemas.microsoft.com/office/drawing/2014/main" id="{9CB827A9-A5DE-C188-2939-D60BED18436C}"/>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dirty="0"/>
          </a:p>
        </p:txBody>
      </p:sp>
      <p:sp>
        <p:nvSpPr>
          <p:cNvPr id="14" name="Slide Number Placeholder 5">
            <a:extLst>
              <a:ext uri="{FF2B5EF4-FFF2-40B4-BE49-F238E27FC236}">
                <a16:creationId xmlns:a16="http://schemas.microsoft.com/office/drawing/2014/main" id="{2FEBF00D-1E46-AF2D-0D8E-2F38D533C171}"/>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3416968667"/>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3">
    <p:bg>
      <p:bgPr>
        <a:solidFill>
          <a:schemeClr val="accent4"/>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C9F509C9-EBD3-FFB9-4531-BBE9EE870C9B}"/>
              </a:ext>
            </a:extLst>
          </p:cNvPr>
          <p:cNvGrpSpPr/>
          <p:nvPr/>
        </p:nvGrpSpPr>
        <p:grpSpPr>
          <a:xfrm>
            <a:off x="452064" y="492893"/>
            <a:ext cx="11287872" cy="5876422"/>
            <a:chOff x="521208" y="647905"/>
            <a:chExt cx="11365969" cy="5565740"/>
          </a:xfrm>
        </p:grpSpPr>
        <p:sp>
          <p:nvSpPr>
            <p:cNvPr id="11" name="Shape">
              <a:extLst>
                <a:ext uri="{FF2B5EF4-FFF2-40B4-BE49-F238E27FC236}">
                  <a16:creationId xmlns:a16="http://schemas.microsoft.com/office/drawing/2014/main" id="{F77DADAD-5C68-8B22-D7D6-9EFA4FCE9FBF}"/>
                </a:ext>
              </a:extLst>
            </p:cNvPr>
            <p:cNvSpPr/>
            <p:nvPr/>
          </p:nvSpPr>
          <p:spPr>
            <a:xfrm>
              <a:off x="725402" y="1009217"/>
              <a:ext cx="11161775" cy="5204428"/>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2" name="Shape">
              <a:extLst>
                <a:ext uri="{FF2B5EF4-FFF2-40B4-BE49-F238E27FC236}">
                  <a16:creationId xmlns:a16="http://schemas.microsoft.com/office/drawing/2014/main" id="{C84AEDAF-DA87-0FC6-A421-8548D43C9150}"/>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9" name="Content Placeholder 6">
            <a:extLst>
              <a:ext uri="{FF2B5EF4-FFF2-40B4-BE49-F238E27FC236}">
                <a16:creationId xmlns:a16="http://schemas.microsoft.com/office/drawing/2014/main" id="{3F4551C1-F77D-5DEA-D4A6-E296C313BDBD}"/>
              </a:ext>
            </a:extLst>
          </p:cNvPr>
          <p:cNvSpPr>
            <a:spLocks noGrp="1"/>
          </p:cNvSpPr>
          <p:nvPr>
            <p:ph sz="quarter" idx="13" hasCustomPrompt="1"/>
          </p:nvPr>
        </p:nvSpPr>
        <p:spPr>
          <a:xfrm>
            <a:off x="811593" y="844209"/>
            <a:ext cx="10362510" cy="4968161"/>
          </a:xfrm>
        </p:spPr>
        <p:txBody>
          <a:bodyPr anchor="ctr">
            <a:noAutofit/>
          </a:bodyPr>
          <a:lstStyle>
            <a:lvl1pPr marL="0" indent="0" algn="ctr">
              <a:lnSpc>
                <a:spcPct val="90000"/>
              </a:lnSpc>
              <a:buNone/>
              <a:defRPr sz="6000" b="1" cap="all" baseline="0"/>
            </a:lvl1pPr>
            <a:lvl2pPr marL="228600" indent="0" algn="ctr">
              <a:lnSpc>
                <a:spcPct val="90000"/>
              </a:lnSpc>
              <a:buNone/>
              <a:defRPr sz="5400" b="1"/>
            </a:lvl2pPr>
            <a:lvl3pPr marL="457200" indent="0" algn="ctr">
              <a:lnSpc>
                <a:spcPct val="90000"/>
              </a:lnSpc>
              <a:buNone/>
              <a:defRPr sz="4800" b="1"/>
            </a:lvl3pPr>
            <a:lvl4pPr marL="685800" indent="0" algn="ctr">
              <a:lnSpc>
                <a:spcPct val="90000"/>
              </a:lnSpc>
              <a:buNone/>
              <a:defRPr sz="4400" b="1"/>
            </a:lvl4pPr>
            <a:lvl5pPr marL="914400" indent="0" algn="ctr">
              <a:lnSpc>
                <a:spcPct val="90000"/>
              </a:lnSpc>
              <a:buNone/>
              <a:defRPr sz="40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4">
            <a:extLst>
              <a:ext uri="{FF2B5EF4-FFF2-40B4-BE49-F238E27FC236}">
                <a16:creationId xmlns:a16="http://schemas.microsoft.com/office/drawing/2014/main" id="{6C2AFDFC-279D-866C-97E4-0413DAD3750E}"/>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dirty="0"/>
          </a:p>
        </p:txBody>
      </p:sp>
      <p:sp>
        <p:nvSpPr>
          <p:cNvPr id="6" name="Date Placeholder 3">
            <a:extLst>
              <a:ext uri="{FF2B5EF4-FFF2-40B4-BE49-F238E27FC236}">
                <a16:creationId xmlns:a16="http://schemas.microsoft.com/office/drawing/2014/main" id="{D329DF21-7E57-6F8D-84A6-32DD2CDC6644}"/>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dirty="0"/>
          </a:p>
        </p:txBody>
      </p:sp>
      <p:sp>
        <p:nvSpPr>
          <p:cNvPr id="8" name="Slide Number Placeholder 5">
            <a:extLst>
              <a:ext uri="{FF2B5EF4-FFF2-40B4-BE49-F238E27FC236}">
                <a16:creationId xmlns:a16="http://schemas.microsoft.com/office/drawing/2014/main" id="{7F0DFF13-FAC1-37BC-2037-41048E696257}"/>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4475149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sp>
        <p:nvSpPr>
          <p:cNvPr id="12" name="Shape">
            <a:extLst>
              <a:ext uri="{FF2B5EF4-FFF2-40B4-BE49-F238E27FC236}">
                <a16:creationId xmlns:a16="http://schemas.microsoft.com/office/drawing/2014/main" id="{2DE75237-C959-D427-59CB-754609076995}"/>
              </a:ext>
            </a:extLst>
          </p:cNvPr>
          <p:cNvSpPr/>
          <p:nvPr/>
        </p:nvSpPr>
        <p:spPr>
          <a:xfrm>
            <a:off x="680973" y="1199512"/>
            <a:ext cx="11058961"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accent2">
                  <a:lumMod val="20000"/>
                  <a:lumOff val="80000"/>
                </a:schemeClr>
              </a:solidFill>
              <a:latin typeface="Karla"/>
              <a:ea typeface="Karla"/>
              <a:cs typeface="Karla"/>
              <a:sym typeface="Karla"/>
            </a:endParaRPr>
          </a:p>
        </p:txBody>
      </p:sp>
      <p:sp>
        <p:nvSpPr>
          <p:cNvPr id="13" name="Shape">
            <a:extLst>
              <a:ext uri="{FF2B5EF4-FFF2-40B4-BE49-F238E27FC236}">
                <a16:creationId xmlns:a16="http://schemas.microsoft.com/office/drawing/2014/main" id="{2E7456C8-E832-7DE1-2809-F37CD2039059}"/>
              </a:ext>
            </a:extLst>
          </p:cNvPr>
          <p:cNvSpPr/>
          <p:nvPr/>
        </p:nvSpPr>
        <p:spPr>
          <a:xfrm>
            <a:off x="452064" y="838200"/>
            <a:ext cx="11058961"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6" name="Title 7">
            <a:extLst>
              <a:ext uri="{FF2B5EF4-FFF2-40B4-BE49-F238E27FC236}">
                <a16:creationId xmlns:a16="http://schemas.microsoft.com/office/drawing/2014/main" id="{C8B71B71-DED1-B066-5130-1F2DE6145746}"/>
              </a:ext>
            </a:extLst>
          </p:cNvPr>
          <p:cNvSpPr>
            <a:spLocks noGrp="1"/>
          </p:cNvSpPr>
          <p:nvPr>
            <p:ph type="title" hasCustomPrompt="1"/>
          </p:nvPr>
        </p:nvSpPr>
        <p:spPr>
          <a:xfrm>
            <a:off x="1263157" y="4171150"/>
            <a:ext cx="9427773" cy="466344"/>
          </a:xfrm>
        </p:spPr>
        <p:txBody>
          <a:bodyPr anchor="ctr">
            <a:normAutofit/>
          </a:bodyPr>
          <a:lstStyle>
            <a:lvl1pPr algn="ctr">
              <a:lnSpc>
                <a:spcPct val="120000"/>
              </a:lnSpc>
              <a:defRPr sz="2200" b="1" cap="all" baseline="0">
                <a:latin typeface="+mn-lt"/>
              </a:defRPr>
            </a:lvl1pPr>
          </a:lstStyle>
          <a:p>
            <a:r>
              <a:rPr lang="en-US" dirty="0"/>
              <a:t>Quote Author</a:t>
            </a:r>
          </a:p>
        </p:txBody>
      </p:sp>
      <p:sp>
        <p:nvSpPr>
          <p:cNvPr id="2" name="Content Placeholder 6">
            <a:extLst>
              <a:ext uri="{FF2B5EF4-FFF2-40B4-BE49-F238E27FC236}">
                <a16:creationId xmlns:a16="http://schemas.microsoft.com/office/drawing/2014/main" id="{764B92A2-9C11-A473-0B3F-CAAD66CB9FFC}"/>
              </a:ext>
            </a:extLst>
          </p:cNvPr>
          <p:cNvSpPr>
            <a:spLocks noGrp="1"/>
          </p:cNvSpPr>
          <p:nvPr>
            <p:ph sz="quarter" idx="10" hasCustomPrompt="1"/>
          </p:nvPr>
        </p:nvSpPr>
        <p:spPr>
          <a:xfrm>
            <a:off x="1050623" y="1475874"/>
            <a:ext cx="9852843" cy="2393479"/>
          </a:xfrm>
        </p:spPr>
        <p:txBody>
          <a:bodyPr anchor="b">
            <a:normAutofit/>
          </a:bodyPr>
          <a:lstStyle>
            <a:lvl1pPr marL="228600" indent="0" algn="ctr">
              <a:buNone/>
              <a:defRPr sz="4000">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add Quote</a:t>
            </a:r>
          </a:p>
        </p:txBody>
      </p:sp>
      <p:sp>
        <p:nvSpPr>
          <p:cNvPr id="4" name="Footer Placeholder 4">
            <a:extLst>
              <a:ext uri="{FF2B5EF4-FFF2-40B4-BE49-F238E27FC236}">
                <a16:creationId xmlns:a16="http://schemas.microsoft.com/office/drawing/2014/main" id="{B47B8EDB-536A-003E-AE0A-AB072C6BD4F2}"/>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dirty="0"/>
          </a:p>
        </p:txBody>
      </p:sp>
      <p:sp>
        <p:nvSpPr>
          <p:cNvPr id="3" name="Date Placeholder 3">
            <a:extLst>
              <a:ext uri="{FF2B5EF4-FFF2-40B4-BE49-F238E27FC236}">
                <a16:creationId xmlns:a16="http://schemas.microsoft.com/office/drawing/2014/main" id="{F59023AF-254C-8366-C5DA-6778C61166AB}"/>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dirty="0"/>
          </a:p>
        </p:txBody>
      </p:sp>
      <p:sp>
        <p:nvSpPr>
          <p:cNvPr id="5" name="Slide Number Placeholder 5">
            <a:extLst>
              <a:ext uri="{FF2B5EF4-FFF2-40B4-BE49-F238E27FC236}">
                <a16:creationId xmlns:a16="http://schemas.microsoft.com/office/drawing/2014/main" id="{BCDA5A3A-7694-A45B-B5A0-90DAAB4B23EE}"/>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202738282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3"/>
        </a:solidFill>
        <a:effectLst/>
      </p:bgPr>
    </p:bg>
    <p:spTree>
      <p:nvGrpSpPr>
        <p:cNvPr id="1" name=""/>
        <p:cNvGrpSpPr/>
        <p:nvPr/>
      </p:nvGrpSpPr>
      <p:grpSpPr>
        <a:xfrm>
          <a:off x="0" y="0"/>
          <a:ext cx="0" cy="0"/>
          <a:chOff x="0" y="0"/>
          <a:chExt cx="0" cy="0"/>
        </a:xfrm>
      </p:grpSpPr>
      <p:sp>
        <p:nvSpPr>
          <p:cNvPr id="12" name="Shape">
            <a:extLst>
              <a:ext uri="{FF2B5EF4-FFF2-40B4-BE49-F238E27FC236}">
                <a16:creationId xmlns:a16="http://schemas.microsoft.com/office/drawing/2014/main" id="{2DE75237-C959-D427-59CB-754609076995}"/>
              </a:ext>
            </a:extLst>
          </p:cNvPr>
          <p:cNvSpPr/>
          <p:nvPr/>
        </p:nvSpPr>
        <p:spPr>
          <a:xfrm>
            <a:off x="680973" y="1199512"/>
            <a:ext cx="11058961" cy="483174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accent2">
                  <a:lumMod val="20000"/>
                  <a:lumOff val="80000"/>
                </a:schemeClr>
              </a:solidFill>
              <a:latin typeface="Karla"/>
              <a:ea typeface="Karla"/>
              <a:cs typeface="Karla"/>
              <a:sym typeface="Karla"/>
            </a:endParaRPr>
          </a:p>
        </p:txBody>
      </p:sp>
      <p:sp>
        <p:nvSpPr>
          <p:cNvPr id="13" name="Shape">
            <a:extLst>
              <a:ext uri="{FF2B5EF4-FFF2-40B4-BE49-F238E27FC236}">
                <a16:creationId xmlns:a16="http://schemas.microsoft.com/office/drawing/2014/main" id="{2E7456C8-E832-7DE1-2809-F37CD2039059}"/>
              </a:ext>
            </a:extLst>
          </p:cNvPr>
          <p:cNvSpPr/>
          <p:nvPr/>
        </p:nvSpPr>
        <p:spPr>
          <a:xfrm>
            <a:off x="452064" y="838200"/>
            <a:ext cx="11058961"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8" name="Title 7">
            <a:extLst>
              <a:ext uri="{FF2B5EF4-FFF2-40B4-BE49-F238E27FC236}">
                <a16:creationId xmlns:a16="http://schemas.microsoft.com/office/drawing/2014/main" id="{F1D793A1-BF22-DDD0-DBA9-DEFF700F008F}"/>
              </a:ext>
            </a:extLst>
          </p:cNvPr>
          <p:cNvSpPr>
            <a:spLocks noGrp="1"/>
          </p:cNvSpPr>
          <p:nvPr>
            <p:ph type="title" hasCustomPrompt="1"/>
          </p:nvPr>
        </p:nvSpPr>
        <p:spPr>
          <a:xfrm>
            <a:off x="800100" y="4935583"/>
            <a:ext cx="9427773" cy="466344"/>
          </a:xfrm>
        </p:spPr>
        <p:txBody>
          <a:bodyPr anchor="ctr">
            <a:normAutofit/>
          </a:bodyPr>
          <a:lstStyle>
            <a:lvl1pPr>
              <a:lnSpc>
                <a:spcPct val="120000"/>
              </a:lnSpc>
              <a:defRPr sz="2200" b="1" cap="all" baseline="0">
                <a:latin typeface="+mn-lt"/>
              </a:defRPr>
            </a:lvl1pPr>
          </a:lstStyle>
          <a:p>
            <a:r>
              <a:rPr lang="en-US" dirty="0"/>
              <a:t>Quote Author</a:t>
            </a:r>
          </a:p>
        </p:txBody>
      </p:sp>
      <p:sp>
        <p:nvSpPr>
          <p:cNvPr id="7" name="Content Placeholder 6">
            <a:extLst>
              <a:ext uri="{FF2B5EF4-FFF2-40B4-BE49-F238E27FC236}">
                <a16:creationId xmlns:a16="http://schemas.microsoft.com/office/drawing/2014/main" id="{3B302FB0-A6C5-BD5A-AF43-984A6C3F8682}"/>
              </a:ext>
            </a:extLst>
          </p:cNvPr>
          <p:cNvSpPr>
            <a:spLocks noGrp="1"/>
          </p:cNvSpPr>
          <p:nvPr>
            <p:ph sz="quarter" idx="10" hasCustomPrompt="1"/>
          </p:nvPr>
        </p:nvSpPr>
        <p:spPr>
          <a:xfrm>
            <a:off x="800100" y="1365758"/>
            <a:ext cx="9898063" cy="3308350"/>
          </a:xfrm>
        </p:spPr>
        <p:txBody>
          <a:bodyPr anchor="ctr">
            <a:normAutofit/>
          </a:bodyPr>
          <a:lstStyle>
            <a:lvl1pPr marL="228600" indent="0">
              <a:buNone/>
              <a:defRPr sz="4000">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add Quote</a:t>
            </a:r>
          </a:p>
        </p:txBody>
      </p:sp>
      <p:sp>
        <p:nvSpPr>
          <p:cNvPr id="3" name="Footer Placeholder 4">
            <a:extLst>
              <a:ext uri="{FF2B5EF4-FFF2-40B4-BE49-F238E27FC236}">
                <a16:creationId xmlns:a16="http://schemas.microsoft.com/office/drawing/2014/main" id="{90B46980-787B-28B2-BEF9-0889894EF45C}"/>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dirty="0"/>
          </a:p>
        </p:txBody>
      </p:sp>
      <p:sp>
        <p:nvSpPr>
          <p:cNvPr id="2" name="Date Placeholder 3">
            <a:extLst>
              <a:ext uri="{FF2B5EF4-FFF2-40B4-BE49-F238E27FC236}">
                <a16:creationId xmlns:a16="http://schemas.microsoft.com/office/drawing/2014/main" id="{CA696B03-9BC5-E21E-A5FD-103860D280DA}"/>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dirty="0"/>
          </a:p>
        </p:txBody>
      </p:sp>
      <p:sp>
        <p:nvSpPr>
          <p:cNvPr id="4" name="Slide Number Placeholder 5">
            <a:extLst>
              <a:ext uri="{FF2B5EF4-FFF2-40B4-BE49-F238E27FC236}">
                <a16:creationId xmlns:a16="http://schemas.microsoft.com/office/drawing/2014/main" id="{AB97DCEF-D6BB-4719-2240-3051D4DDEDEE}"/>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168694648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accent2"/>
        </a:solidFill>
        <a:effectLst/>
      </p:bgPr>
    </p:bg>
    <p:spTree>
      <p:nvGrpSpPr>
        <p:cNvPr id="1" name=""/>
        <p:cNvGrpSpPr/>
        <p:nvPr/>
      </p:nvGrpSpPr>
      <p:grpSpPr>
        <a:xfrm>
          <a:off x="0" y="0"/>
          <a:ext cx="0" cy="0"/>
          <a:chOff x="0" y="0"/>
          <a:chExt cx="0" cy="0"/>
        </a:xfrm>
      </p:grpSpPr>
      <p:sp>
        <p:nvSpPr>
          <p:cNvPr id="8" name="Shape 2">
            <a:extLst>
              <a:ext uri="{FF2B5EF4-FFF2-40B4-BE49-F238E27FC236}">
                <a16:creationId xmlns:a16="http://schemas.microsoft.com/office/drawing/2014/main" id="{7FA2DADE-9D41-2081-4A77-1D5CE9B7776B}"/>
              </a:ext>
            </a:extLst>
          </p:cNvPr>
          <p:cNvSpPr/>
          <p:nvPr/>
        </p:nvSpPr>
        <p:spPr>
          <a:xfrm>
            <a:off x="1062566" y="1161412"/>
            <a:ext cx="10221119" cy="483174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9" name="Shape 1">
            <a:extLst>
              <a:ext uri="{FF2B5EF4-FFF2-40B4-BE49-F238E27FC236}">
                <a16:creationId xmlns:a16="http://schemas.microsoft.com/office/drawing/2014/main" id="{D138D331-ECD1-1788-A7CA-448A49C9F489}"/>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4" name="Title 7">
            <a:extLst>
              <a:ext uri="{FF2B5EF4-FFF2-40B4-BE49-F238E27FC236}">
                <a16:creationId xmlns:a16="http://schemas.microsoft.com/office/drawing/2014/main" id="{B18BA15F-A0BE-EFD1-7E68-4B1BD84BEB67}"/>
              </a:ext>
            </a:extLst>
          </p:cNvPr>
          <p:cNvSpPr>
            <a:spLocks noGrp="1"/>
          </p:cNvSpPr>
          <p:nvPr>
            <p:ph type="title" hasCustomPrompt="1"/>
          </p:nvPr>
        </p:nvSpPr>
        <p:spPr>
          <a:xfrm>
            <a:off x="1236585" y="4526280"/>
            <a:ext cx="9108208" cy="466344"/>
          </a:xfrm>
        </p:spPr>
        <p:txBody>
          <a:bodyPr anchor="ctr">
            <a:normAutofit/>
          </a:bodyPr>
          <a:lstStyle>
            <a:lvl1pPr>
              <a:lnSpc>
                <a:spcPct val="120000"/>
              </a:lnSpc>
              <a:defRPr sz="2200" b="1" cap="all" baseline="0">
                <a:latin typeface="+mn-lt"/>
              </a:defRPr>
            </a:lvl1pPr>
          </a:lstStyle>
          <a:p>
            <a:r>
              <a:rPr lang="en-US" dirty="0"/>
              <a:t>Quote Author</a:t>
            </a:r>
          </a:p>
        </p:txBody>
      </p:sp>
      <p:sp>
        <p:nvSpPr>
          <p:cNvPr id="3" name="Content Placeholder 6">
            <a:extLst>
              <a:ext uri="{FF2B5EF4-FFF2-40B4-BE49-F238E27FC236}">
                <a16:creationId xmlns:a16="http://schemas.microsoft.com/office/drawing/2014/main" id="{56074EC9-559B-FD63-2E36-6C0F1C29A954}"/>
              </a:ext>
            </a:extLst>
          </p:cNvPr>
          <p:cNvSpPr>
            <a:spLocks noGrp="1"/>
          </p:cNvSpPr>
          <p:nvPr>
            <p:ph sz="quarter" idx="10" hasCustomPrompt="1"/>
          </p:nvPr>
        </p:nvSpPr>
        <p:spPr>
          <a:xfrm>
            <a:off x="1236585" y="1527048"/>
            <a:ext cx="9108208" cy="2704206"/>
          </a:xfrm>
        </p:spPr>
        <p:txBody>
          <a:bodyPr anchor="t">
            <a:normAutofit/>
          </a:bodyPr>
          <a:lstStyle>
            <a:lvl1pPr marL="0" indent="0">
              <a:lnSpc>
                <a:spcPct val="100000"/>
              </a:lnSpc>
              <a:spcBef>
                <a:spcPts val="0"/>
              </a:spcBef>
              <a:buNone/>
              <a:defRPr sz="4400">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add Quote</a:t>
            </a:r>
          </a:p>
        </p:txBody>
      </p:sp>
      <p:sp>
        <p:nvSpPr>
          <p:cNvPr id="13" name="Footer Placeholder 4">
            <a:extLst>
              <a:ext uri="{FF2B5EF4-FFF2-40B4-BE49-F238E27FC236}">
                <a16:creationId xmlns:a16="http://schemas.microsoft.com/office/drawing/2014/main" id="{FB5B5DC6-7732-056F-CCE9-08CA0A2F5A70}"/>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dirty="0"/>
          </a:p>
        </p:txBody>
      </p:sp>
      <p:sp>
        <p:nvSpPr>
          <p:cNvPr id="12" name="Date Placeholder 3">
            <a:extLst>
              <a:ext uri="{FF2B5EF4-FFF2-40B4-BE49-F238E27FC236}">
                <a16:creationId xmlns:a16="http://schemas.microsoft.com/office/drawing/2014/main" id="{C30CB01E-671D-F7D5-38AC-15837FE387E1}"/>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dirty="0"/>
          </a:p>
        </p:txBody>
      </p:sp>
      <p:sp>
        <p:nvSpPr>
          <p:cNvPr id="16" name="Slide Number Placeholder 5">
            <a:extLst>
              <a:ext uri="{FF2B5EF4-FFF2-40B4-BE49-F238E27FC236}">
                <a16:creationId xmlns:a16="http://schemas.microsoft.com/office/drawing/2014/main" id="{1CEAD38F-C515-CF0A-DFEF-E4F3E918B03F}"/>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71218772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Shape">
            <a:extLst>
              <a:ext uri="{FF2B5EF4-FFF2-40B4-BE49-F238E27FC236}">
                <a16:creationId xmlns:a16="http://schemas.microsoft.com/office/drawing/2014/main" id="{8EAF9CAC-FFA2-BEF7-4631-1C54E575EDE5}"/>
              </a:ext>
            </a:extLst>
          </p:cNvPr>
          <p:cNvSpPr/>
          <p:nvPr/>
        </p:nvSpPr>
        <p:spPr>
          <a:xfrm>
            <a:off x="734919" y="2106081"/>
            <a:ext cx="5054248"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2" name="Shape">
            <a:extLst>
              <a:ext uri="{FF2B5EF4-FFF2-40B4-BE49-F238E27FC236}">
                <a16:creationId xmlns:a16="http://schemas.microsoft.com/office/drawing/2014/main" id="{37C03440-D61A-0EBF-6628-89058E855965}"/>
              </a:ext>
            </a:extLst>
          </p:cNvPr>
          <p:cNvSpPr/>
          <p:nvPr/>
        </p:nvSpPr>
        <p:spPr>
          <a:xfrm>
            <a:off x="6525104" y="2090064"/>
            <a:ext cx="5054248"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966704" cy="1132258"/>
          </a:xfrm>
        </p:spPr>
        <p:txBody>
          <a:bodyPr anchor="t"/>
          <a:lstStyle/>
          <a:p>
            <a:r>
              <a:rPr lang="en-US"/>
              <a:t>Click to edit Master title style</a:t>
            </a:r>
            <a:endParaRPr lang="en-US" dirty="0"/>
          </a:p>
        </p:txBody>
      </p:sp>
      <p:sp>
        <p:nvSpPr>
          <p:cNvPr id="11" name="Content Placeholder 6">
            <a:extLst>
              <a:ext uri="{FF2B5EF4-FFF2-40B4-BE49-F238E27FC236}">
                <a16:creationId xmlns:a16="http://schemas.microsoft.com/office/drawing/2014/main" id="{B0235ED5-6A34-E190-C6AF-47C4365CF4DA}"/>
              </a:ext>
            </a:extLst>
          </p:cNvPr>
          <p:cNvSpPr>
            <a:spLocks noGrp="1"/>
          </p:cNvSpPr>
          <p:nvPr>
            <p:ph sz="quarter" idx="17"/>
          </p:nvPr>
        </p:nvSpPr>
        <p:spPr>
          <a:xfrm>
            <a:off x="612647" y="1956816"/>
            <a:ext cx="5049837" cy="3986212"/>
          </a:xfrm>
          <a:solidFill>
            <a:schemeClr val="bg1"/>
          </a:solidFill>
          <a:ln w="25400">
            <a:solidFill>
              <a:schemeClr val="dk1"/>
            </a:solidFill>
          </a:ln>
        </p:spPr>
        <p:txBody>
          <a:bodyPr lIns="365760" tIns="274320" rIns="365760"/>
          <a:lstStyle>
            <a:lvl1pPr marL="0" indent="0">
              <a:buNone/>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15924B5D-8BA0-6E97-9FCD-477345587304}"/>
              </a:ext>
            </a:extLst>
          </p:cNvPr>
          <p:cNvSpPr>
            <a:spLocks noGrp="1"/>
          </p:cNvSpPr>
          <p:nvPr>
            <p:ph sz="quarter" idx="16"/>
          </p:nvPr>
        </p:nvSpPr>
        <p:spPr>
          <a:xfrm>
            <a:off x="6402388" y="1941513"/>
            <a:ext cx="5049837" cy="3986212"/>
          </a:xfrm>
          <a:solidFill>
            <a:schemeClr val="bg1"/>
          </a:solidFill>
          <a:ln w="25400">
            <a:solidFill>
              <a:schemeClr val="dk1"/>
            </a:solidFill>
          </a:ln>
        </p:spPr>
        <p:txBody>
          <a:bodyPr lIns="365760" tIns="274320" rIns="365760"/>
          <a:lstStyle>
            <a:lvl1pPr marL="0" indent="0">
              <a:buNone/>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a:extLst>
              <a:ext uri="{FF2B5EF4-FFF2-40B4-BE49-F238E27FC236}">
                <a16:creationId xmlns:a16="http://schemas.microsoft.com/office/drawing/2014/main" id="{39E9D210-740B-975E-F164-1DE3D1A898C0}"/>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dirty="0"/>
          </a:p>
        </p:txBody>
      </p:sp>
      <p:sp>
        <p:nvSpPr>
          <p:cNvPr id="3" name="Date Placeholder 3">
            <a:extLst>
              <a:ext uri="{FF2B5EF4-FFF2-40B4-BE49-F238E27FC236}">
                <a16:creationId xmlns:a16="http://schemas.microsoft.com/office/drawing/2014/main" id="{4378DF6A-F028-C688-AFFC-152D73F73A1C}"/>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dirty="0"/>
          </a:p>
        </p:txBody>
      </p:sp>
      <p:sp>
        <p:nvSpPr>
          <p:cNvPr id="10" name="Slide Number Placeholder 5">
            <a:extLst>
              <a:ext uri="{FF2B5EF4-FFF2-40B4-BE49-F238E27FC236}">
                <a16:creationId xmlns:a16="http://schemas.microsoft.com/office/drawing/2014/main" id="{EF58732C-80CB-B4FE-AB5F-DDFE3F83A3D7}"/>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363644107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87053FE2-64E0-3012-349A-A9A3630871D9}"/>
              </a:ext>
            </a:extLst>
          </p:cNvPr>
          <p:cNvSpPr/>
          <p:nvPr/>
        </p:nvSpPr>
        <p:spPr>
          <a:xfrm>
            <a:off x="734919" y="2106081"/>
            <a:ext cx="5054248" cy="398701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1" name="Shape">
            <a:extLst>
              <a:ext uri="{FF2B5EF4-FFF2-40B4-BE49-F238E27FC236}">
                <a16:creationId xmlns:a16="http://schemas.microsoft.com/office/drawing/2014/main" id="{C46A75A9-A17B-098E-3A45-F6C555BE2639}"/>
              </a:ext>
            </a:extLst>
          </p:cNvPr>
          <p:cNvSpPr/>
          <p:nvPr/>
        </p:nvSpPr>
        <p:spPr>
          <a:xfrm>
            <a:off x="609964" y="1964050"/>
            <a:ext cx="5054248" cy="3987012"/>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3" name="Shape">
            <a:extLst>
              <a:ext uri="{FF2B5EF4-FFF2-40B4-BE49-F238E27FC236}">
                <a16:creationId xmlns:a16="http://schemas.microsoft.com/office/drawing/2014/main" id="{09A08B6C-E5A4-86B0-F3FC-9D459A8BBBFE}"/>
              </a:ext>
            </a:extLst>
          </p:cNvPr>
          <p:cNvSpPr/>
          <p:nvPr/>
        </p:nvSpPr>
        <p:spPr>
          <a:xfrm>
            <a:off x="6527790" y="2106081"/>
            <a:ext cx="5054248" cy="398701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BC04CEF9-7BA9-D4E7-7852-594CC56DBD37}"/>
              </a:ext>
            </a:extLst>
          </p:cNvPr>
          <p:cNvSpPr/>
          <p:nvPr/>
        </p:nvSpPr>
        <p:spPr>
          <a:xfrm>
            <a:off x="6402835" y="1964050"/>
            <a:ext cx="5054248" cy="3987012"/>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7" name="Title 1">
            <a:extLst>
              <a:ext uri="{FF2B5EF4-FFF2-40B4-BE49-F238E27FC236}">
                <a16:creationId xmlns:a16="http://schemas.microsoft.com/office/drawing/2014/main" id="{FDBC014A-57E4-E622-1B5A-DDCDE4F19F68}"/>
              </a:ext>
            </a:extLst>
          </p:cNvPr>
          <p:cNvSpPr>
            <a:spLocks noGrp="1"/>
          </p:cNvSpPr>
          <p:nvPr>
            <p:ph type="title"/>
          </p:nvPr>
        </p:nvSpPr>
        <p:spPr>
          <a:xfrm>
            <a:off x="612648" y="548640"/>
            <a:ext cx="10966704" cy="1132258"/>
          </a:xfrm>
        </p:spPr>
        <p:txBody>
          <a:bodyPr anchor="t"/>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923026" y="2140585"/>
            <a:ext cx="4433978" cy="575962"/>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6" name="Text Placeholder 2">
            <a:extLst>
              <a:ext uri="{FF2B5EF4-FFF2-40B4-BE49-F238E27FC236}">
                <a16:creationId xmlns:a16="http://schemas.microsoft.com/office/drawing/2014/main" id="{BBDB215F-F64D-AFEC-78DE-A34FCC39898B}"/>
              </a:ext>
            </a:extLst>
          </p:cNvPr>
          <p:cNvSpPr>
            <a:spLocks noGrp="1"/>
          </p:cNvSpPr>
          <p:nvPr>
            <p:ph type="body" idx="17"/>
          </p:nvPr>
        </p:nvSpPr>
        <p:spPr>
          <a:xfrm>
            <a:off x="6715897" y="2140585"/>
            <a:ext cx="4433978" cy="575962"/>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923026" y="2842450"/>
            <a:ext cx="4433978" cy="289824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5">
            <a:extLst>
              <a:ext uri="{FF2B5EF4-FFF2-40B4-BE49-F238E27FC236}">
                <a16:creationId xmlns:a16="http://schemas.microsoft.com/office/drawing/2014/main" id="{2EAD70E4-41EC-CD82-9922-84432DB90008}"/>
              </a:ext>
            </a:extLst>
          </p:cNvPr>
          <p:cNvSpPr>
            <a:spLocks noGrp="1"/>
          </p:cNvSpPr>
          <p:nvPr>
            <p:ph sz="quarter" idx="16"/>
          </p:nvPr>
        </p:nvSpPr>
        <p:spPr>
          <a:xfrm>
            <a:off x="6715897" y="2842450"/>
            <a:ext cx="4433978" cy="28982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E45957D-E390-A6CD-0738-7DBCB3C4B41C}"/>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dirty="0"/>
          </a:p>
        </p:txBody>
      </p:sp>
      <p:sp>
        <p:nvSpPr>
          <p:cNvPr id="2" name="Date Placeholder 3">
            <a:extLst>
              <a:ext uri="{FF2B5EF4-FFF2-40B4-BE49-F238E27FC236}">
                <a16:creationId xmlns:a16="http://schemas.microsoft.com/office/drawing/2014/main" id="{6323C36B-3396-E0B9-7965-0F8040BFF210}"/>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dirty="0"/>
          </a:p>
        </p:txBody>
      </p:sp>
      <p:sp>
        <p:nvSpPr>
          <p:cNvPr id="10" name="Slide Number Placeholder 5">
            <a:extLst>
              <a:ext uri="{FF2B5EF4-FFF2-40B4-BE49-F238E27FC236}">
                <a16:creationId xmlns:a16="http://schemas.microsoft.com/office/drawing/2014/main" id="{78F87EB5-54D8-0C98-C391-699B7F558C89}"/>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399259499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endParaRPr lang="en-US" dirty="0"/>
          </a:p>
        </p:txBody>
      </p:sp>
      <p:sp>
        <p:nvSpPr>
          <p:cNvPr id="4" name="Footer Placeholder 4">
            <a:extLst>
              <a:ext uri="{FF2B5EF4-FFF2-40B4-BE49-F238E27FC236}">
                <a16:creationId xmlns:a16="http://schemas.microsoft.com/office/drawing/2014/main" id="{997C84A4-6A79-3485-A77E-989CD758309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dirty="0"/>
          </a:p>
        </p:txBody>
      </p:sp>
      <p:sp>
        <p:nvSpPr>
          <p:cNvPr id="3" name="Date Placeholder 3">
            <a:extLst>
              <a:ext uri="{FF2B5EF4-FFF2-40B4-BE49-F238E27FC236}">
                <a16:creationId xmlns:a16="http://schemas.microsoft.com/office/drawing/2014/main" id="{9E55074A-9964-8F29-CF91-8A0D5AF16CB0}"/>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dirty="0"/>
          </a:p>
        </p:txBody>
      </p:sp>
      <p:sp>
        <p:nvSpPr>
          <p:cNvPr id="5" name="Slide Number Placeholder 5">
            <a:extLst>
              <a:ext uri="{FF2B5EF4-FFF2-40B4-BE49-F238E27FC236}">
                <a16:creationId xmlns:a16="http://schemas.microsoft.com/office/drawing/2014/main" id="{6AAF6FDF-2AC3-DB97-1683-2D56D880D51B}"/>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745344233"/>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Empty">
    <p:bg>
      <p:bgRef idx="1001">
        <a:schemeClr val="bg1"/>
      </p:bgRef>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8A6B9D93-9B64-1CD3-A833-FFDD8C5DBA7C}"/>
              </a:ext>
            </a:extLst>
          </p:cNvPr>
          <p:cNvGrpSpPr/>
          <p:nvPr/>
        </p:nvGrpSpPr>
        <p:grpSpPr>
          <a:xfrm>
            <a:off x="452064" y="492893"/>
            <a:ext cx="11287872" cy="5876422"/>
            <a:chOff x="521208" y="647905"/>
            <a:chExt cx="11365969" cy="5565740"/>
          </a:xfrm>
        </p:grpSpPr>
        <p:sp>
          <p:nvSpPr>
            <p:cNvPr id="11" name="Shape">
              <a:extLst>
                <a:ext uri="{FF2B5EF4-FFF2-40B4-BE49-F238E27FC236}">
                  <a16:creationId xmlns:a16="http://schemas.microsoft.com/office/drawing/2014/main" id="{37BFBC61-3CC2-D636-FC54-55E9720C4A08}"/>
                </a:ext>
              </a:extLst>
            </p:cNvPr>
            <p:cNvSpPr/>
            <p:nvPr/>
          </p:nvSpPr>
          <p:spPr>
            <a:xfrm>
              <a:off x="725402" y="1009217"/>
              <a:ext cx="11161775" cy="5204428"/>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2" name="Shape">
              <a:extLst>
                <a:ext uri="{FF2B5EF4-FFF2-40B4-BE49-F238E27FC236}">
                  <a16:creationId xmlns:a16="http://schemas.microsoft.com/office/drawing/2014/main" id="{9D0D17A4-DEA9-4B44-C0FE-1238BACA12F7}"/>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3" name="Footer Placeholder 4">
            <a:extLst>
              <a:ext uri="{FF2B5EF4-FFF2-40B4-BE49-F238E27FC236}">
                <a16:creationId xmlns:a16="http://schemas.microsoft.com/office/drawing/2014/main" id="{373E672C-94F7-4F94-AA9D-0B2344E4BC8A}"/>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dirty="0"/>
          </a:p>
        </p:txBody>
      </p:sp>
      <p:sp>
        <p:nvSpPr>
          <p:cNvPr id="2" name="Date Placeholder 3">
            <a:extLst>
              <a:ext uri="{FF2B5EF4-FFF2-40B4-BE49-F238E27FC236}">
                <a16:creationId xmlns:a16="http://schemas.microsoft.com/office/drawing/2014/main" id="{794D1CA6-A4DC-DBEE-5E99-FCD16E8FE0E4}"/>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dirty="0"/>
          </a:p>
        </p:txBody>
      </p:sp>
      <p:sp>
        <p:nvSpPr>
          <p:cNvPr id="4" name="Slide Number Placeholder 5">
            <a:extLst>
              <a:ext uri="{FF2B5EF4-FFF2-40B4-BE49-F238E27FC236}">
                <a16:creationId xmlns:a16="http://schemas.microsoft.com/office/drawing/2014/main" id="{C02D83F5-E164-0E11-063F-914D641C1C8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1806243727"/>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3600"/>
            </a:lvl1pPr>
          </a:lstStyle>
          <a:p>
            <a:r>
              <a:rPr lang="en-US"/>
              <a:t>Click to edit Master title style</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4">
            <a:extLst>
              <a:ext uri="{FF2B5EF4-FFF2-40B4-BE49-F238E27FC236}">
                <a16:creationId xmlns:a16="http://schemas.microsoft.com/office/drawing/2014/main" id="{3490C2B9-2891-C4B8-A62C-388B9E630863}"/>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dirty="0"/>
          </a:p>
        </p:txBody>
      </p:sp>
      <p:sp>
        <p:nvSpPr>
          <p:cNvPr id="5" name="Date Placeholder 3">
            <a:extLst>
              <a:ext uri="{FF2B5EF4-FFF2-40B4-BE49-F238E27FC236}">
                <a16:creationId xmlns:a16="http://schemas.microsoft.com/office/drawing/2014/main" id="{72391F72-8364-5853-5AF7-052CEB5F9248}"/>
              </a:ext>
            </a:extLst>
          </p:cNvPr>
          <p:cNvSpPr>
            <a:spLocks noGrp="1"/>
          </p:cNvSpPr>
          <p:nvPr>
            <p:ph type="dt" sz="half" idx="10"/>
          </p:nvPr>
        </p:nvSpPr>
        <p:spPr>
          <a:xfrm>
            <a:off x="8893929" y="6410960"/>
            <a:ext cx="2202644" cy="298120"/>
          </a:xfrm>
          <a:prstGeom prst="rect">
            <a:avLst/>
          </a:prstGeom>
        </p:spPr>
        <p:txBody>
          <a:bodyPr anchor="b"/>
          <a:lstStyle>
            <a:lvl1pPr>
              <a:defRPr sz="1200"/>
            </a:lvl1pPr>
          </a:lstStyle>
          <a:p>
            <a:endParaRPr lang="en-US" dirty="0"/>
          </a:p>
        </p:txBody>
      </p:sp>
      <p:sp>
        <p:nvSpPr>
          <p:cNvPr id="7" name="Slide Number Placeholder 5">
            <a:extLst>
              <a:ext uri="{FF2B5EF4-FFF2-40B4-BE49-F238E27FC236}">
                <a16:creationId xmlns:a16="http://schemas.microsoft.com/office/drawing/2014/main" id="{8E50753C-CFE5-2B43-A721-D0E923A0E0E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3048327124"/>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Shape">
            <a:extLst>
              <a:ext uri="{FF2B5EF4-FFF2-40B4-BE49-F238E27FC236}">
                <a16:creationId xmlns:a16="http://schemas.microsoft.com/office/drawing/2014/main" id="{AAA00F4A-8B03-B8A7-EF9E-9FA816B844D9}"/>
              </a:ext>
            </a:extLst>
          </p:cNvPr>
          <p:cNvSpPr/>
          <p:nvPr/>
        </p:nvSpPr>
        <p:spPr>
          <a:xfrm>
            <a:off x="5134801" y="980808"/>
            <a:ext cx="6345319" cy="5190277"/>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557784"/>
            <a:ext cx="3595634" cy="1762083"/>
          </a:xfrm>
        </p:spPr>
        <p:txBody>
          <a:bodyPr anchor="t">
            <a:normAutofit/>
          </a:bodyPr>
          <a:lstStyle>
            <a:lvl1pPr>
              <a:defRPr sz="36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Picture Placeholder 10">
            <a:extLst>
              <a:ext uri="{FF2B5EF4-FFF2-40B4-BE49-F238E27FC236}">
                <a16:creationId xmlns:a16="http://schemas.microsoft.com/office/drawing/2014/main" id="{6AB62C19-EED5-2CB6-3778-D242A01B31A4}"/>
              </a:ext>
            </a:extLst>
          </p:cNvPr>
          <p:cNvSpPr>
            <a:spLocks noGrp="1"/>
          </p:cNvSpPr>
          <p:nvPr>
            <p:ph type="pic" sz="quarter" idx="13" hasCustomPrompt="1"/>
          </p:nvPr>
        </p:nvSpPr>
        <p:spPr>
          <a:xfrm>
            <a:off x="4976261" y="557784"/>
            <a:ext cx="6345319" cy="5437925"/>
          </a:xfrm>
          <a:blipFill>
            <a:blip r:embed="rId2">
              <a:alphaModFix amt="70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dirty="0"/>
              <a:t> </a:t>
            </a:r>
          </a:p>
        </p:txBody>
      </p:sp>
      <p:sp>
        <p:nvSpPr>
          <p:cNvPr id="10" name="Footer Placeholder 4">
            <a:extLst>
              <a:ext uri="{FF2B5EF4-FFF2-40B4-BE49-F238E27FC236}">
                <a16:creationId xmlns:a16="http://schemas.microsoft.com/office/drawing/2014/main" id="{13D8F1A6-74FA-F0AA-BD1D-9179B632224B}"/>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dirty="0"/>
          </a:p>
        </p:txBody>
      </p:sp>
      <p:sp>
        <p:nvSpPr>
          <p:cNvPr id="3" name="Date Placeholder 3">
            <a:extLst>
              <a:ext uri="{FF2B5EF4-FFF2-40B4-BE49-F238E27FC236}">
                <a16:creationId xmlns:a16="http://schemas.microsoft.com/office/drawing/2014/main" id="{CDAC8853-1F8E-BAF2-7EA5-E7CC3A30143B}"/>
              </a:ext>
            </a:extLst>
          </p:cNvPr>
          <p:cNvSpPr>
            <a:spLocks noGrp="1"/>
          </p:cNvSpPr>
          <p:nvPr>
            <p:ph type="dt" sz="half" idx="14"/>
          </p:nvPr>
        </p:nvSpPr>
        <p:spPr>
          <a:xfrm>
            <a:off x="8893929" y="6410960"/>
            <a:ext cx="2202644" cy="298120"/>
          </a:xfrm>
          <a:prstGeom prst="rect">
            <a:avLst/>
          </a:prstGeom>
        </p:spPr>
        <p:txBody>
          <a:bodyPr anchor="b"/>
          <a:lstStyle>
            <a:lvl1pPr>
              <a:defRPr sz="1200"/>
            </a:lvl1pPr>
          </a:lstStyle>
          <a:p>
            <a:endParaRPr lang="en-US" dirty="0"/>
          </a:p>
        </p:txBody>
      </p:sp>
      <p:sp>
        <p:nvSpPr>
          <p:cNvPr id="11" name="Slide Number Placeholder 5">
            <a:extLst>
              <a:ext uri="{FF2B5EF4-FFF2-40B4-BE49-F238E27FC236}">
                <a16:creationId xmlns:a16="http://schemas.microsoft.com/office/drawing/2014/main" id="{81F632EE-8F97-1D42-BC0E-348FE22EAD0F}"/>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41869237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tx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60F089B-9235-81DB-CA69-D7CB62593609}"/>
              </a:ext>
            </a:extLst>
          </p:cNvPr>
          <p:cNvGrpSpPr/>
          <p:nvPr/>
        </p:nvGrpSpPr>
        <p:grpSpPr>
          <a:xfrm>
            <a:off x="452064" y="492893"/>
            <a:ext cx="11287872" cy="5876422"/>
            <a:chOff x="521208" y="647905"/>
            <a:chExt cx="11365969" cy="5565740"/>
          </a:xfrm>
        </p:grpSpPr>
        <p:sp>
          <p:nvSpPr>
            <p:cNvPr id="4" name="Shape 2">
              <a:extLst>
                <a:ext uri="{FF2B5EF4-FFF2-40B4-BE49-F238E27FC236}">
                  <a16:creationId xmlns:a16="http://schemas.microsoft.com/office/drawing/2014/main" id="{A7BE37C7-4A0D-B366-88A7-61DDF6BADDFF}"/>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dirty="0">
                <a:solidFill>
                  <a:schemeClr val="lt1"/>
                </a:solidFill>
                <a:latin typeface="Karla"/>
                <a:ea typeface="Karla"/>
                <a:cs typeface="Karla"/>
                <a:sym typeface="Karla"/>
              </a:endParaRPr>
            </a:p>
          </p:txBody>
        </p:sp>
        <p:sp>
          <p:nvSpPr>
            <p:cNvPr id="5" name="Shape1">
              <a:extLst>
                <a:ext uri="{FF2B5EF4-FFF2-40B4-BE49-F238E27FC236}">
                  <a16:creationId xmlns:a16="http://schemas.microsoft.com/office/drawing/2014/main" id="{F6ED5B22-34B0-7A29-DE32-F681BB887699}"/>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dirty="0">
                <a:solidFill>
                  <a:schemeClr val="lt1"/>
                </a:solidFill>
                <a:latin typeface="Karla"/>
                <a:ea typeface="Karla"/>
                <a:cs typeface="Karla"/>
                <a:sym typeface="Karla"/>
              </a:endParaRPr>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51011" y="1571632"/>
            <a:ext cx="6905972" cy="1133856"/>
          </a:xfrm>
        </p:spPr>
        <p:txBody>
          <a:bodyPr anchor="b">
            <a:noAutofit/>
          </a:bodyPr>
          <a:lstStyle>
            <a:lvl1pPr>
              <a:defRPr sz="6000">
                <a:solidFill>
                  <a:schemeClr val="tx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072428" y="3198297"/>
            <a:ext cx="9844686" cy="2411393"/>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4">
            <a:extLst>
              <a:ext uri="{FF2B5EF4-FFF2-40B4-BE49-F238E27FC236}">
                <a16:creationId xmlns:a16="http://schemas.microsoft.com/office/drawing/2014/main" id="{43B0EB48-D222-B712-F2B3-9932C893C4F7}"/>
              </a:ext>
            </a:extLst>
          </p:cNvPr>
          <p:cNvSpPr>
            <a:spLocks noGrp="1"/>
          </p:cNvSpPr>
          <p:nvPr>
            <p:ph type="ftr" sz="quarter" idx="3"/>
          </p:nvPr>
        </p:nvSpPr>
        <p:spPr>
          <a:xfrm>
            <a:off x="612647" y="6410960"/>
            <a:ext cx="2805405" cy="298120"/>
          </a:xfrm>
          <a:prstGeom prst="rect">
            <a:avLst/>
          </a:prstGeom>
        </p:spPr>
        <p:txBody>
          <a:bodyPr anchor="b"/>
          <a:lstStyle>
            <a:lvl1pPr>
              <a:defRPr sz="1200">
                <a:solidFill>
                  <a:schemeClr val="bg1"/>
                </a:solidFill>
              </a:defRPr>
            </a:lvl1pPr>
          </a:lstStyle>
          <a:p>
            <a:endParaRPr lang="en-US" dirty="0"/>
          </a:p>
        </p:txBody>
      </p:sp>
      <p:sp>
        <p:nvSpPr>
          <p:cNvPr id="6" name="Date Placeholder 3">
            <a:extLst>
              <a:ext uri="{FF2B5EF4-FFF2-40B4-BE49-F238E27FC236}">
                <a16:creationId xmlns:a16="http://schemas.microsoft.com/office/drawing/2014/main" id="{A38DC1E4-B259-385B-34D7-4FEBAE45C04F}"/>
              </a:ext>
            </a:extLst>
          </p:cNvPr>
          <p:cNvSpPr>
            <a:spLocks noGrp="1"/>
          </p:cNvSpPr>
          <p:nvPr>
            <p:ph type="dt" sz="half" idx="2"/>
          </p:nvPr>
        </p:nvSpPr>
        <p:spPr>
          <a:xfrm>
            <a:off x="8893929" y="6410960"/>
            <a:ext cx="2202644" cy="298120"/>
          </a:xfrm>
          <a:prstGeom prst="rect">
            <a:avLst/>
          </a:prstGeom>
        </p:spPr>
        <p:txBody>
          <a:bodyPr anchor="b"/>
          <a:lstStyle>
            <a:lvl1pPr>
              <a:defRPr sz="1200">
                <a:solidFill>
                  <a:schemeClr val="bg1"/>
                </a:solidFill>
              </a:defRPr>
            </a:lvl1pPr>
          </a:lstStyle>
          <a:p>
            <a:endParaRPr lang="en-US" dirty="0"/>
          </a:p>
        </p:txBody>
      </p:sp>
      <p:sp>
        <p:nvSpPr>
          <p:cNvPr id="9" name="Slide Number Placeholder 5">
            <a:extLst>
              <a:ext uri="{FF2B5EF4-FFF2-40B4-BE49-F238E27FC236}">
                <a16:creationId xmlns:a16="http://schemas.microsoft.com/office/drawing/2014/main" id="{BB0374E6-29F5-6E16-088E-EC1EE38D0D71}"/>
              </a:ext>
            </a:extLst>
          </p:cNvPr>
          <p:cNvSpPr>
            <a:spLocks noGrp="1"/>
          </p:cNvSpPr>
          <p:nvPr>
            <p:ph type="sldNum" sz="quarter" idx="4"/>
          </p:nvPr>
        </p:nvSpPr>
        <p:spPr>
          <a:xfrm>
            <a:off x="11147096" y="6410960"/>
            <a:ext cx="429207" cy="298120"/>
          </a:xfrm>
          <a:prstGeom prst="rect">
            <a:avLst/>
          </a:prstGeom>
        </p:spPr>
        <p:txBody>
          <a:bodyPr anchor="b"/>
          <a:lstStyle>
            <a:lvl1pPr>
              <a:defRPr sz="1200">
                <a:solidFill>
                  <a:schemeClr val="bg1"/>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1863638636"/>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tx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67284EC-3D0F-3F16-846C-AB08017ABD0D}"/>
              </a:ext>
            </a:extLst>
          </p:cNvPr>
          <p:cNvGrpSpPr/>
          <p:nvPr/>
        </p:nvGrpSpPr>
        <p:grpSpPr>
          <a:xfrm>
            <a:off x="1290931" y="492893"/>
            <a:ext cx="9610139" cy="5876422"/>
            <a:chOff x="521208" y="647905"/>
            <a:chExt cx="11365969" cy="5565740"/>
          </a:xfrm>
        </p:grpSpPr>
        <p:sp>
          <p:nvSpPr>
            <p:cNvPr id="4" name="Shape 2">
              <a:extLst>
                <a:ext uri="{FF2B5EF4-FFF2-40B4-BE49-F238E27FC236}">
                  <a16:creationId xmlns:a16="http://schemas.microsoft.com/office/drawing/2014/main" id="{7E5FBE18-9CC6-A8C8-127B-CCA2232BDB14}"/>
                </a:ext>
              </a:extLst>
            </p:cNvPr>
            <p:cNvSpPr/>
            <p:nvPr/>
          </p:nvSpPr>
          <p:spPr>
            <a:xfrm>
              <a:off x="725402" y="1009217"/>
              <a:ext cx="11161775" cy="5204428"/>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dirty="0">
                <a:solidFill>
                  <a:schemeClr val="lt1"/>
                </a:solidFill>
                <a:latin typeface="Karla"/>
                <a:ea typeface="Karla"/>
                <a:cs typeface="Karla"/>
                <a:sym typeface="Karla"/>
              </a:endParaRPr>
            </a:p>
          </p:txBody>
        </p:sp>
        <p:sp>
          <p:nvSpPr>
            <p:cNvPr id="5" name="Shape1">
              <a:extLst>
                <a:ext uri="{FF2B5EF4-FFF2-40B4-BE49-F238E27FC236}">
                  <a16:creationId xmlns:a16="http://schemas.microsoft.com/office/drawing/2014/main" id="{896B8FC0-2B00-3276-EB32-68AEA34310A4}"/>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dirty="0">
                <a:solidFill>
                  <a:schemeClr val="lt1"/>
                </a:solidFill>
                <a:latin typeface="Karla"/>
                <a:ea typeface="Karla"/>
                <a:cs typeface="Karla"/>
                <a:sym typeface="Karla"/>
              </a:endParaRPr>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79548" y="1627318"/>
            <a:ext cx="8257213" cy="1842020"/>
          </a:xfrm>
        </p:spPr>
        <p:txBody>
          <a:bodyPr anchor="b">
            <a:noAutofit/>
          </a:bodyPr>
          <a:lstStyle>
            <a:lvl1pPr>
              <a:defRPr sz="60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1879669" y="3622674"/>
            <a:ext cx="8257087" cy="1279615"/>
          </a:xfrm>
        </p:spPr>
        <p:txBody>
          <a:bodyPr>
            <a:noAutofit/>
          </a:bodyPr>
          <a:lstStyle>
            <a:lvl1pPr marL="0" indent="0">
              <a:buNone/>
              <a:defRPr sz="2400"/>
            </a:lvl1pPr>
            <a:lvl2pPr marL="228600" indent="0">
              <a:buNone/>
              <a:defRPr sz="2000"/>
            </a:lvl2pPr>
            <a:lvl3pPr marL="457200" indent="0">
              <a:buNone/>
              <a:defRPr sz="1800"/>
            </a:lvl3pPr>
            <a:lvl4pPr marL="685800" indent="0">
              <a:buNone/>
              <a:defRPr sz="16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4">
            <a:extLst>
              <a:ext uri="{FF2B5EF4-FFF2-40B4-BE49-F238E27FC236}">
                <a16:creationId xmlns:a16="http://schemas.microsoft.com/office/drawing/2014/main" id="{300BE14F-B804-8786-E6FC-084A0A7FA683}"/>
              </a:ext>
            </a:extLst>
          </p:cNvPr>
          <p:cNvSpPr>
            <a:spLocks noGrp="1"/>
          </p:cNvSpPr>
          <p:nvPr>
            <p:ph type="ftr" sz="quarter" idx="3"/>
          </p:nvPr>
        </p:nvSpPr>
        <p:spPr>
          <a:xfrm>
            <a:off x="612647" y="6410960"/>
            <a:ext cx="2805405" cy="298120"/>
          </a:xfrm>
          <a:prstGeom prst="rect">
            <a:avLst/>
          </a:prstGeom>
        </p:spPr>
        <p:txBody>
          <a:bodyPr anchor="b"/>
          <a:lstStyle>
            <a:lvl1pPr>
              <a:defRPr sz="1200">
                <a:solidFill>
                  <a:schemeClr val="bg1"/>
                </a:solidFill>
              </a:defRPr>
            </a:lvl1pPr>
          </a:lstStyle>
          <a:p>
            <a:endParaRPr lang="en-US" dirty="0"/>
          </a:p>
        </p:txBody>
      </p:sp>
      <p:sp>
        <p:nvSpPr>
          <p:cNvPr id="8" name="Date Placeholder 3">
            <a:extLst>
              <a:ext uri="{FF2B5EF4-FFF2-40B4-BE49-F238E27FC236}">
                <a16:creationId xmlns:a16="http://schemas.microsoft.com/office/drawing/2014/main" id="{61CB601B-B447-CD6E-FCA1-4CC6DDC76626}"/>
              </a:ext>
            </a:extLst>
          </p:cNvPr>
          <p:cNvSpPr>
            <a:spLocks noGrp="1"/>
          </p:cNvSpPr>
          <p:nvPr>
            <p:ph type="dt" sz="half" idx="2"/>
          </p:nvPr>
        </p:nvSpPr>
        <p:spPr>
          <a:xfrm>
            <a:off x="8893929" y="6410960"/>
            <a:ext cx="2202644" cy="298120"/>
          </a:xfrm>
          <a:prstGeom prst="rect">
            <a:avLst/>
          </a:prstGeom>
        </p:spPr>
        <p:txBody>
          <a:bodyPr anchor="b"/>
          <a:lstStyle>
            <a:lvl1pPr>
              <a:defRPr sz="1200">
                <a:solidFill>
                  <a:schemeClr val="bg1"/>
                </a:solidFill>
              </a:defRPr>
            </a:lvl1pPr>
          </a:lstStyle>
          <a:p>
            <a:endParaRPr lang="en-US" dirty="0"/>
          </a:p>
        </p:txBody>
      </p:sp>
      <p:sp>
        <p:nvSpPr>
          <p:cNvPr id="10" name="Slide Number Placeholder 5">
            <a:extLst>
              <a:ext uri="{FF2B5EF4-FFF2-40B4-BE49-F238E27FC236}">
                <a16:creationId xmlns:a16="http://schemas.microsoft.com/office/drawing/2014/main" id="{1F950DAF-2879-C094-CC30-7714177A4C96}"/>
              </a:ext>
            </a:extLst>
          </p:cNvPr>
          <p:cNvSpPr>
            <a:spLocks noGrp="1"/>
          </p:cNvSpPr>
          <p:nvPr>
            <p:ph type="sldNum" sz="quarter" idx="4"/>
          </p:nvPr>
        </p:nvSpPr>
        <p:spPr>
          <a:xfrm>
            <a:off x="11147096" y="6410960"/>
            <a:ext cx="429207" cy="298120"/>
          </a:xfrm>
          <a:prstGeom prst="rect">
            <a:avLst/>
          </a:prstGeom>
        </p:spPr>
        <p:txBody>
          <a:bodyPr anchor="b"/>
          <a:lstStyle>
            <a:lvl1pPr>
              <a:defRPr sz="1200">
                <a:solidFill>
                  <a:schemeClr val="bg1"/>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2274678482"/>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7" y="548640"/>
            <a:ext cx="10966705" cy="113225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966706" cy="45938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3">
            <a:extLst>
              <a:ext uri="{FF2B5EF4-FFF2-40B4-BE49-F238E27FC236}">
                <a16:creationId xmlns:a16="http://schemas.microsoft.com/office/drawing/2014/main" id="{C3C955DE-5CD9-CD51-B605-4A616AD7CFF8}"/>
              </a:ext>
            </a:extLst>
          </p:cNvPr>
          <p:cNvSpPr>
            <a:spLocks noGrp="1"/>
          </p:cNvSpPr>
          <p:nvPr>
            <p:ph type="dt" sz="half" idx="2"/>
          </p:nvPr>
        </p:nvSpPr>
        <p:spPr>
          <a:xfrm>
            <a:off x="8893929" y="6410960"/>
            <a:ext cx="2202644" cy="298120"/>
          </a:xfrm>
          <a:prstGeom prst="rect">
            <a:avLst/>
          </a:prstGeom>
        </p:spPr>
        <p:txBody>
          <a:bodyPr anchor="b"/>
          <a:lstStyle>
            <a:lvl1pPr algn="l" rtl="0">
              <a:defRPr sz="1200" cap="all" baseline="0"/>
            </a:lvl1pPr>
          </a:lstStyle>
          <a:p>
            <a:endParaRPr lang="en-US" dirty="0"/>
          </a:p>
        </p:txBody>
      </p:sp>
      <p:sp>
        <p:nvSpPr>
          <p:cNvPr id="8" name="Footer Placeholder 4">
            <a:extLst>
              <a:ext uri="{FF2B5EF4-FFF2-40B4-BE49-F238E27FC236}">
                <a16:creationId xmlns:a16="http://schemas.microsoft.com/office/drawing/2014/main" id="{79DD014B-8F2C-F57A-615A-FA05655D563F}"/>
              </a:ext>
            </a:extLst>
          </p:cNvPr>
          <p:cNvSpPr>
            <a:spLocks noGrp="1"/>
          </p:cNvSpPr>
          <p:nvPr>
            <p:ph type="ftr" sz="quarter" idx="3"/>
          </p:nvPr>
        </p:nvSpPr>
        <p:spPr>
          <a:xfrm>
            <a:off x="612647" y="6410960"/>
            <a:ext cx="2805405" cy="298120"/>
          </a:xfrm>
          <a:prstGeom prst="rect">
            <a:avLst/>
          </a:prstGeom>
        </p:spPr>
        <p:txBody>
          <a:bodyPr anchor="b"/>
          <a:lstStyle>
            <a:lvl1pPr algn="l" rtl="0">
              <a:defRPr sz="1200" cap="all" baseline="0"/>
            </a:lvl1pPr>
          </a:lstStyle>
          <a:p>
            <a:endParaRPr lang="en-US" dirty="0"/>
          </a:p>
        </p:txBody>
      </p:sp>
      <p:sp>
        <p:nvSpPr>
          <p:cNvPr id="9" name="Slide Number Placeholder 5">
            <a:extLst>
              <a:ext uri="{FF2B5EF4-FFF2-40B4-BE49-F238E27FC236}">
                <a16:creationId xmlns:a16="http://schemas.microsoft.com/office/drawing/2014/main" id="{991BBAA5-67F0-C82E-FEFD-FB109AD13395}"/>
              </a:ext>
            </a:extLst>
          </p:cNvPr>
          <p:cNvSpPr>
            <a:spLocks noGrp="1"/>
          </p:cNvSpPr>
          <p:nvPr>
            <p:ph type="sldNum" sz="quarter" idx="4"/>
          </p:nvPr>
        </p:nvSpPr>
        <p:spPr>
          <a:xfrm>
            <a:off x="11147096" y="6410960"/>
            <a:ext cx="429207" cy="298120"/>
          </a:xfrm>
          <a:prstGeom prst="rect">
            <a:avLst/>
          </a:prstGeom>
        </p:spPr>
        <p:txBody>
          <a:bodyPr anchor="b"/>
          <a:lstStyle>
            <a:lvl1pPr algn="r" rtl="0">
              <a:defRPr sz="1200" cap="all" baseline="0"/>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3307764677"/>
      </p:ext>
    </p:extLst>
  </p:cSld>
  <p:clrMap bg1="lt1" tx1="dk1" bg2="lt2" tx2="dk2" accent1="accent1" accent2="accent2" accent3="accent3" accent4="accent4" accent5="accent5" accent6="accent6" hlink="hlink" folHlink="folHlink"/>
  <p:sldLayoutIdLst>
    <p:sldLayoutId id="2147483886" r:id="rId1"/>
    <p:sldLayoutId id="2147483888" r:id="rId2"/>
    <p:sldLayoutId id="2147483889" r:id="rId3"/>
    <p:sldLayoutId id="2147483890" r:id="rId4"/>
    <p:sldLayoutId id="2147483937" r:id="rId5"/>
    <p:sldLayoutId id="2147483891" r:id="rId6"/>
    <p:sldLayoutId id="2147483892" r:id="rId7"/>
    <p:sldLayoutId id="2147483893" r:id="rId8"/>
    <p:sldLayoutId id="2147483894" r:id="rId9"/>
    <p:sldLayoutId id="2147483895" r:id="rId10"/>
    <p:sldLayoutId id="2147483896" r:id="rId11"/>
    <p:sldLayoutId id="2147483897" r:id="rId12"/>
    <p:sldLayoutId id="2147483898" r:id="rId13"/>
    <p:sldLayoutId id="2147483899" r:id="rId14"/>
    <p:sldLayoutId id="2147483900" r:id="rId15"/>
    <p:sldLayoutId id="2147483901" r:id="rId16"/>
    <p:sldLayoutId id="2147483902" r:id="rId17"/>
    <p:sldLayoutId id="2147483903" r:id="rId18"/>
    <p:sldLayoutId id="2147483904" r:id="rId19"/>
    <p:sldLayoutId id="2147483905" r:id="rId20"/>
    <p:sldLayoutId id="2147483906" r:id="rId21"/>
    <p:sldLayoutId id="2147483907" r:id="rId22"/>
    <p:sldLayoutId id="2147483908" r:id="rId23"/>
    <p:sldLayoutId id="2147483909" r:id="rId24"/>
    <p:sldLayoutId id="2147483910" r:id="rId25"/>
    <p:sldLayoutId id="2147483911" r:id="rId26"/>
    <p:sldLayoutId id="2147483912" r:id="rId27"/>
    <p:sldLayoutId id="2147483913" r:id="rId28"/>
    <p:sldLayoutId id="2147483914" r:id="rId29"/>
    <p:sldLayoutId id="2147483915" r:id="rId30"/>
    <p:sldLayoutId id="2147483916" r:id="rId31"/>
    <p:sldLayoutId id="2147483917" r:id="rId32"/>
    <p:sldLayoutId id="2147483918" r:id="rId33"/>
    <p:sldLayoutId id="2147483919" r:id="rId34"/>
    <p:sldLayoutId id="2147483920" r:id="rId35"/>
    <p:sldLayoutId id="2147483921" r:id="rId36"/>
    <p:sldLayoutId id="2147483922" r:id="rId37"/>
    <p:sldLayoutId id="2147483923" r:id="rId38"/>
    <p:sldLayoutId id="2147483924" r:id="rId39"/>
    <p:sldLayoutId id="2147483925" r:id="rId40"/>
    <p:sldLayoutId id="2147483926" r:id="rId41"/>
    <p:sldLayoutId id="2147483927" r:id="rId42"/>
    <p:sldLayoutId id="2147483928" r:id="rId43"/>
    <p:sldLayoutId id="2147483929" r:id="rId44"/>
    <p:sldLayoutId id="2147483930" r:id="rId45"/>
    <p:sldLayoutId id="2147483931" r:id="rId46"/>
    <p:sldLayoutId id="2147483932" r:id="rId47"/>
    <p:sldLayoutId id="2147483933" r:id="rId48"/>
    <p:sldLayoutId id="2147483934" r:id="rId49"/>
    <p:sldLayoutId id="2147483935" r:id="rId50"/>
    <p:sldLayoutId id="2147483936" r:id="rId51"/>
  </p:sldLayoutIdLst>
  <p:hf sldNum="0" hdr="0" ftr="0" dt="0"/>
  <p:txStyles>
    <p:title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F920D-E70F-A774-844B-AE0370A35498}"/>
              </a:ext>
            </a:extLst>
          </p:cNvPr>
          <p:cNvSpPr>
            <a:spLocks noGrp="1"/>
          </p:cNvSpPr>
          <p:nvPr>
            <p:ph type="title"/>
          </p:nvPr>
        </p:nvSpPr>
        <p:spPr>
          <a:xfrm>
            <a:off x="974845" y="935204"/>
            <a:ext cx="10036005" cy="3592628"/>
          </a:xfrm>
        </p:spPr>
        <p:txBody>
          <a:bodyPr anchor="b">
            <a:normAutofit fontScale="90000"/>
          </a:bodyPr>
          <a:lstStyle/>
          <a:p>
            <a:r>
              <a:rPr lang="fi-FI" noProof="0" dirty="0"/>
              <a:t>Satelliittidatan hyödyntäminen teiden kulkukelpoisuuden arvioinnissa</a:t>
            </a:r>
          </a:p>
        </p:txBody>
      </p:sp>
      <p:sp>
        <p:nvSpPr>
          <p:cNvPr id="3" name="Subtitle 2">
            <a:extLst>
              <a:ext uri="{FF2B5EF4-FFF2-40B4-BE49-F238E27FC236}">
                <a16:creationId xmlns:a16="http://schemas.microsoft.com/office/drawing/2014/main" id="{3E150FC4-2BB9-C31D-3A4C-4A65788B7CDC}"/>
              </a:ext>
            </a:extLst>
          </p:cNvPr>
          <p:cNvSpPr>
            <a:spLocks noGrp="1"/>
          </p:cNvSpPr>
          <p:nvPr>
            <p:ph type="subTitle" idx="1"/>
          </p:nvPr>
        </p:nvSpPr>
        <p:spPr>
          <a:xfrm>
            <a:off x="974845" y="4698103"/>
            <a:ext cx="10036005" cy="1014984"/>
          </a:xfrm>
        </p:spPr>
        <p:txBody>
          <a:bodyPr anchor="t">
            <a:normAutofit lnSpcReduction="10000"/>
          </a:bodyPr>
          <a:lstStyle/>
          <a:p>
            <a:r>
              <a:rPr lang="en-US" noProof="0" dirty="0"/>
              <a:t>Using Satellite Data to Evaluate the Passability of Roads in Remote Areas</a:t>
            </a:r>
          </a:p>
        </p:txBody>
      </p:sp>
    </p:spTree>
    <p:extLst>
      <p:ext uri="{BB962C8B-B14F-4D97-AF65-F5344CB8AC3E}">
        <p14:creationId xmlns:p14="http://schemas.microsoft.com/office/powerpoint/2010/main" val="1672301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77056-9C28-95B2-64DD-B8E49A564C21}"/>
              </a:ext>
            </a:extLst>
          </p:cNvPr>
          <p:cNvSpPr>
            <a:spLocks noGrp="1"/>
          </p:cNvSpPr>
          <p:nvPr>
            <p:ph type="title"/>
          </p:nvPr>
        </p:nvSpPr>
        <p:spPr>
          <a:xfrm>
            <a:off x="612647" y="552478"/>
            <a:ext cx="6858000" cy="932688"/>
          </a:xfrm>
        </p:spPr>
        <p:txBody>
          <a:bodyPr anchor="b">
            <a:normAutofit/>
          </a:bodyPr>
          <a:lstStyle/>
          <a:p>
            <a:r>
              <a:rPr lang="fi-FI" sz="2800" noProof="0" dirty="0"/>
              <a:t>Johdanto</a:t>
            </a:r>
          </a:p>
        </p:txBody>
      </p:sp>
      <p:sp>
        <p:nvSpPr>
          <p:cNvPr id="3" name="Content Placeholder 2">
            <a:extLst>
              <a:ext uri="{FF2B5EF4-FFF2-40B4-BE49-F238E27FC236}">
                <a16:creationId xmlns:a16="http://schemas.microsoft.com/office/drawing/2014/main" id="{D0C7116D-B615-414C-1B05-FD04C861476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fi-FI" sz="1400" noProof="0" dirty="0"/>
              <a:t>Käydään läpi yleisesti miten me olemme lähestyneet kulkukelpoisuuden arviointia satelliittidatan avulla.</a:t>
            </a:r>
          </a:p>
          <a:p>
            <a:pPr marL="0" indent="0">
              <a:spcBef>
                <a:spcPts val="2500"/>
              </a:spcBef>
              <a:buFont typeface="Arial" panose="020B0604020202020204" pitchFamily="34" charset="0"/>
              <a:buNone/>
            </a:pPr>
            <a:r>
              <a:rPr lang="fi-FI" sz="1400" b="1" noProof="0" dirty="0"/>
              <a:t>Teiden arvioinnin haasteita</a:t>
            </a:r>
          </a:p>
          <a:p>
            <a:pPr marL="0" lvl="1" indent="0">
              <a:buFont typeface="Arial" panose="020B0604020202020204" pitchFamily="34" charset="0"/>
              <a:buNone/>
            </a:pPr>
            <a:r>
              <a:rPr lang="fi-FI" sz="1400" noProof="0" dirty="0"/>
              <a:t>Esimerkkejä yleisistä haasteista teiden kulkukelpoisuuden arvioinnin haasteista perinteisillä maastopohjaisilla havainnoilla</a:t>
            </a:r>
          </a:p>
          <a:p>
            <a:pPr marL="0" indent="0">
              <a:spcBef>
                <a:spcPts val="2500"/>
              </a:spcBef>
              <a:buFont typeface="Arial" panose="020B0604020202020204" pitchFamily="34" charset="0"/>
              <a:buNone/>
            </a:pPr>
            <a:r>
              <a:rPr lang="fi-FI" sz="1400" b="1" noProof="0" dirty="0"/>
              <a:t>Satelliittidatan perusteet</a:t>
            </a:r>
          </a:p>
          <a:p>
            <a:pPr marL="0" lvl="1" indent="0">
              <a:buFont typeface="Arial" panose="020B0604020202020204" pitchFamily="34" charset="0"/>
              <a:buNone/>
            </a:pPr>
            <a:r>
              <a:rPr lang="fi-FI" sz="1400" noProof="0" dirty="0"/>
              <a:t>Millaista dataa satelliiteilta voidaan saada ja miten se voi auttaa arvioinnissa</a:t>
            </a:r>
          </a:p>
          <a:p>
            <a:pPr marL="0" indent="0">
              <a:spcBef>
                <a:spcPts val="2500"/>
              </a:spcBef>
              <a:buFont typeface="Arial" panose="020B0604020202020204" pitchFamily="34" charset="0"/>
              <a:buNone/>
            </a:pPr>
            <a:r>
              <a:rPr lang="fi-FI" sz="1400" b="1" noProof="0" dirty="0"/>
              <a:t>Kulkukelpoisuuden arviointi</a:t>
            </a:r>
          </a:p>
          <a:p>
            <a:pPr marL="0" lvl="1" indent="0">
              <a:buFont typeface="Arial" panose="020B0604020202020204" pitchFamily="34" charset="0"/>
              <a:buNone/>
            </a:pPr>
            <a:r>
              <a:rPr lang="fi-FI" sz="1400" noProof="0" dirty="0"/>
              <a:t>Mitä menetelmiä ja dataa käytetään arvioimaan kulkukelpoisuutta ja millaisia rajoituksia siinä on</a:t>
            </a:r>
          </a:p>
        </p:txBody>
      </p:sp>
      <p:pic>
        <p:nvPicPr>
          <p:cNvPr id="5" name="Content Placeholder 4" descr="Agricultural area, fields and transmission lines">
            <a:extLst>
              <a:ext uri="{FF2B5EF4-FFF2-40B4-BE49-F238E27FC236}">
                <a16:creationId xmlns:a16="http://schemas.microsoft.com/office/drawing/2014/main" id="{95C841FA-F78D-4C45-965F-65196016C32B}"/>
              </a:ext>
            </a:extLst>
          </p:cNvPr>
          <p:cNvPicPr>
            <a:picLocks noGrp="1" noChangeAspect="1"/>
          </p:cNvPicPr>
          <p:nvPr>
            <p:ph type="pic" sz="quarter" idx="13"/>
          </p:nvPr>
        </p:nvPicPr>
        <p:blipFill>
          <a:blip r:embed="rId3"/>
          <a:srcRect l="14294" r="52076"/>
          <a:stretch>
            <a:fillRect/>
          </a:stretch>
        </p:blipFill>
        <p:spPr>
          <a:xfrm>
            <a:off x="8091732" y="10"/>
            <a:ext cx="4100267" cy="6857990"/>
          </a:xfrm>
          <a:prstGeom prst="rect">
            <a:avLst/>
          </a:prstGeom>
          <a:noFill/>
          <a:ln w="25400">
            <a:solidFill>
              <a:srgbClr val="000000"/>
            </a:solidFill>
          </a:ln>
        </p:spPr>
      </p:pic>
    </p:spTree>
    <p:extLst>
      <p:ext uri="{BB962C8B-B14F-4D97-AF65-F5344CB8AC3E}">
        <p14:creationId xmlns:p14="http://schemas.microsoft.com/office/powerpoint/2010/main" val="31808630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5D02F-BF28-512C-7E9B-332A18854ED3}"/>
              </a:ext>
            </a:extLst>
          </p:cNvPr>
          <p:cNvSpPr>
            <a:spLocks noGrp="1"/>
          </p:cNvSpPr>
          <p:nvPr>
            <p:ph type="title"/>
          </p:nvPr>
        </p:nvSpPr>
        <p:spPr>
          <a:xfrm>
            <a:off x="612647" y="552478"/>
            <a:ext cx="6858000" cy="932688"/>
          </a:xfrm>
        </p:spPr>
        <p:txBody>
          <a:bodyPr anchor="b">
            <a:normAutofit/>
          </a:bodyPr>
          <a:lstStyle/>
          <a:p>
            <a:r>
              <a:rPr lang="fi-FI" sz="2800" noProof="0" dirty="0"/>
              <a:t>Haasteet syrjäisten ja harvemmin käytettyjen teiden arvioinnissa</a:t>
            </a:r>
          </a:p>
        </p:txBody>
      </p:sp>
      <p:sp>
        <p:nvSpPr>
          <p:cNvPr id="3" name="Content Placeholder 2">
            <a:extLst>
              <a:ext uri="{FF2B5EF4-FFF2-40B4-BE49-F238E27FC236}">
                <a16:creationId xmlns:a16="http://schemas.microsoft.com/office/drawing/2014/main" id="{D9C0D61E-39AA-08AE-2882-347CAF87CFB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fi-FI" sz="1400" b="1" noProof="0" dirty="0"/>
              <a:t>Luonnolliset esteet pääsylle</a:t>
            </a:r>
          </a:p>
          <a:p>
            <a:pPr marL="0" lvl="1" indent="0">
              <a:buFont typeface="Arial" panose="020B0604020202020204" pitchFamily="34" charset="0"/>
              <a:buNone/>
            </a:pPr>
            <a:r>
              <a:rPr lang="fi-FI" sz="1400" noProof="0" dirty="0"/>
              <a:t>Syrjäiset tiet voivat muuttua kulkukelvottomiksi lumen, tulvien, maanvyörymien tai muiden roskien vuoksi, mikä vaikeuttaa käyttöä ja valvontaa</a:t>
            </a:r>
          </a:p>
          <a:p>
            <a:pPr marL="0" indent="0">
              <a:spcBef>
                <a:spcPts val="2500"/>
              </a:spcBef>
              <a:buFont typeface="Arial" panose="020B0604020202020204" pitchFamily="34" charset="0"/>
              <a:buNone/>
            </a:pPr>
            <a:r>
              <a:rPr lang="fi-FI" sz="1400" b="1" noProof="0" dirty="0"/>
              <a:t>Vaikea pääsy</a:t>
            </a:r>
          </a:p>
          <a:p>
            <a:pPr marL="0" lvl="1" indent="0">
              <a:buFont typeface="Arial" panose="020B0604020202020204" pitchFamily="34" charset="0"/>
              <a:buNone/>
            </a:pPr>
            <a:r>
              <a:rPr lang="fi-FI" sz="1400" noProof="0" dirty="0"/>
              <a:t>Voivat sijaita kaukana asutuskeskuksista ja jäävät usein perinteisin tiehuollon ulkopuolelle</a:t>
            </a:r>
          </a:p>
          <a:p>
            <a:pPr marL="0" lvl="1" indent="0">
              <a:buFont typeface="Arial" panose="020B0604020202020204" pitchFamily="34" charset="0"/>
              <a:buNone/>
            </a:pPr>
            <a:endParaRPr lang="fi-FI" sz="1400" b="1" noProof="0" dirty="0"/>
          </a:p>
          <a:p>
            <a:pPr marL="0" lvl="1" indent="0">
              <a:buFont typeface="Arial" panose="020B0604020202020204" pitchFamily="34" charset="0"/>
              <a:buNone/>
            </a:pPr>
            <a:r>
              <a:rPr lang="fi-FI" sz="1400" b="1" noProof="0" dirty="0"/>
              <a:t>Reaaliaikaisen valvonnan haasteet</a:t>
            </a:r>
          </a:p>
          <a:p>
            <a:pPr marL="0" lvl="1" indent="0">
              <a:buNone/>
            </a:pPr>
            <a:r>
              <a:rPr lang="fi-FI" sz="1400" noProof="0" dirty="0"/>
              <a:t>Infrastruktuurin (valvontalaitteet, kuten kamerat, sääasemat, jne.) ja työvoiman puute rajoittaa jatkuvaa valvontaa ja ajantasaisten päivitysten saamista syrjäisten teiden olosuhteista.</a:t>
            </a:r>
          </a:p>
          <a:p>
            <a:pPr marL="0" lvl="1" indent="0">
              <a:buNone/>
            </a:pPr>
            <a:endParaRPr lang="fi-FI" sz="1400" b="1" noProof="0" dirty="0"/>
          </a:p>
          <a:p>
            <a:pPr marL="0" lvl="1" indent="0">
              <a:buNone/>
            </a:pPr>
            <a:r>
              <a:rPr lang="fi-FI" sz="1400" b="1" noProof="0" dirty="0"/>
              <a:t>Satelliittien tarjoamat hyödyt</a:t>
            </a:r>
          </a:p>
          <a:p>
            <a:pPr marL="0" lvl="1" indent="0">
              <a:buNone/>
            </a:pPr>
            <a:r>
              <a:rPr lang="fi-FI" sz="1400" noProof="0" dirty="0"/>
              <a:t>Tutkasatelliitit tarjoavat laaja-alaisen ja tiheästi toistuvan peiton, johon pilvet tai fyysiset esteet eivät vaikuta, parantaen näin valvontakykyä.</a:t>
            </a:r>
          </a:p>
        </p:txBody>
      </p:sp>
      <p:pic>
        <p:nvPicPr>
          <p:cNvPr id="5" name="Content Placeholder 4" descr="Areal shot somewhere in North/West Austria during a roadtrip in Spring 2019.">
            <a:extLst>
              <a:ext uri="{FF2B5EF4-FFF2-40B4-BE49-F238E27FC236}">
                <a16:creationId xmlns:a16="http://schemas.microsoft.com/office/drawing/2014/main" id="{4636B4EA-76FF-48FB-8BA5-25EFED1204BC}"/>
              </a:ext>
            </a:extLst>
          </p:cNvPr>
          <p:cNvPicPr>
            <a:picLocks noGrp="1" noChangeAspect="1"/>
          </p:cNvPicPr>
          <p:nvPr>
            <p:ph type="pic" sz="quarter" idx="13"/>
          </p:nvPr>
        </p:nvPicPr>
        <p:blipFill>
          <a:blip r:embed="rId3"/>
          <a:srcRect l="31380" r="28861"/>
          <a:stretch>
            <a:fillRect/>
          </a:stretch>
        </p:blipFill>
        <p:spPr>
          <a:xfrm>
            <a:off x="8091732" y="10"/>
            <a:ext cx="4100267" cy="6857990"/>
          </a:xfrm>
          <a:prstGeom prst="rect">
            <a:avLst/>
          </a:prstGeom>
          <a:noFill/>
          <a:ln w="25400">
            <a:solidFill>
              <a:srgbClr val="000000"/>
            </a:solidFill>
          </a:ln>
        </p:spPr>
      </p:pic>
    </p:spTree>
    <p:extLst>
      <p:ext uri="{BB962C8B-B14F-4D97-AF65-F5344CB8AC3E}">
        <p14:creationId xmlns:p14="http://schemas.microsoft.com/office/powerpoint/2010/main" val="13331014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59B78-F479-0C16-7F63-ABCF9A07E003}"/>
              </a:ext>
            </a:extLst>
          </p:cNvPr>
          <p:cNvSpPr>
            <a:spLocks noGrp="1"/>
          </p:cNvSpPr>
          <p:nvPr>
            <p:ph type="ctrTitle"/>
          </p:nvPr>
        </p:nvSpPr>
        <p:spPr>
          <a:xfrm>
            <a:off x="1522013" y="1282325"/>
            <a:ext cx="8893834" cy="3988550"/>
          </a:xfrm>
        </p:spPr>
        <p:txBody>
          <a:bodyPr anchor="ctr">
            <a:normAutofit/>
          </a:bodyPr>
          <a:lstStyle/>
          <a:p>
            <a:r>
              <a:rPr lang="fi-FI" noProof="0" dirty="0"/>
              <a:t>Satelliittidatan perusteet</a:t>
            </a:r>
          </a:p>
        </p:txBody>
      </p:sp>
    </p:spTree>
    <p:extLst>
      <p:ext uri="{BB962C8B-B14F-4D97-AF65-F5344CB8AC3E}">
        <p14:creationId xmlns:p14="http://schemas.microsoft.com/office/powerpoint/2010/main" val="32144131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C194D-036E-9359-30E3-16E9946223E7}"/>
              </a:ext>
            </a:extLst>
          </p:cNvPr>
          <p:cNvSpPr>
            <a:spLocks noGrp="1"/>
          </p:cNvSpPr>
          <p:nvPr>
            <p:ph type="title"/>
          </p:nvPr>
        </p:nvSpPr>
        <p:spPr>
          <a:xfrm>
            <a:off x="612647" y="552478"/>
            <a:ext cx="6858000" cy="932688"/>
          </a:xfrm>
        </p:spPr>
        <p:txBody>
          <a:bodyPr anchor="b">
            <a:normAutofit/>
          </a:bodyPr>
          <a:lstStyle/>
          <a:p>
            <a:r>
              <a:rPr lang="fi-FI" sz="2800" noProof="0" dirty="0"/>
              <a:t>Satelliittikuvien ja niiden ominaisuuksien ymmärtäminen</a:t>
            </a:r>
          </a:p>
        </p:txBody>
      </p:sp>
      <p:sp>
        <p:nvSpPr>
          <p:cNvPr id="3" name="Content Placeholder 2">
            <a:extLst>
              <a:ext uri="{FF2B5EF4-FFF2-40B4-BE49-F238E27FC236}">
                <a16:creationId xmlns:a16="http://schemas.microsoft.com/office/drawing/2014/main" id="{58D59CB9-1F7F-9853-7519-7A777828927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485166"/>
            <a:ext cx="6858000" cy="4677836"/>
          </a:xfrm>
        </p:spPr>
        <p:txBody>
          <a:bodyPr anchor="ctr">
            <a:normAutofit/>
          </a:bodyPr>
          <a:lstStyle/>
          <a:p>
            <a:pPr marL="0" indent="0">
              <a:spcBef>
                <a:spcPts val="2500"/>
              </a:spcBef>
              <a:buFont typeface="Arial" panose="020B0604020202020204" pitchFamily="34" charset="0"/>
              <a:buNone/>
            </a:pPr>
            <a:r>
              <a:rPr lang="fi-FI" sz="1400" b="1" noProof="0" dirty="0"/>
              <a:t>Satelliittidatan monimuotoisuus</a:t>
            </a:r>
          </a:p>
          <a:p>
            <a:pPr marL="0" lvl="1" indent="0">
              <a:buFont typeface="Arial" panose="020B0604020202020204" pitchFamily="34" charset="0"/>
              <a:buNone/>
            </a:pPr>
            <a:r>
              <a:rPr lang="fi-FI" sz="1400" noProof="0" dirty="0"/>
              <a:t>Satelliitit keräävät data useilla spektrikaistoilla, kuten näkyvällä, infrapuna- ja tutka-alueella, mahdollistaen monipuolisen analyysin.</a:t>
            </a:r>
          </a:p>
          <a:p>
            <a:pPr marL="0" lvl="1" indent="0">
              <a:buFont typeface="Arial" panose="020B0604020202020204" pitchFamily="34" charset="0"/>
              <a:buNone/>
            </a:pPr>
            <a:endParaRPr lang="fi-FI" sz="1400" noProof="0" dirty="0"/>
          </a:p>
          <a:p>
            <a:pPr marL="0" lvl="1" indent="0">
              <a:buFont typeface="Arial" panose="020B0604020202020204" pitchFamily="34" charset="0"/>
              <a:buNone/>
            </a:pPr>
            <a:r>
              <a:rPr lang="fi-FI" sz="1400" b="1" noProof="0" dirty="0"/>
              <a:t>Kuvausajat ja tarkkuus</a:t>
            </a:r>
          </a:p>
          <a:p>
            <a:pPr marL="0" lvl="1" indent="0">
              <a:buFont typeface="Arial" panose="020B0604020202020204" pitchFamily="34" charset="0"/>
              <a:buNone/>
            </a:pPr>
            <a:r>
              <a:rPr lang="fi-FI" sz="1400" noProof="0" dirty="0"/>
              <a:t>Sentinel (EU) ja Landsat (USA) satelliitit kiertoajat vaihtelevat päivittäisestä noin kahden viikon välein. Niiden tarkkuus vaihtelee muutamasta metristä kymmeneen metriin kameratyypistä riippuen</a:t>
            </a:r>
          </a:p>
          <a:p>
            <a:pPr marL="0" indent="0">
              <a:spcBef>
                <a:spcPts val="2500"/>
              </a:spcBef>
              <a:buFont typeface="Arial" panose="020B0604020202020204" pitchFamily="34" charset="0"/>
              <a:buNone/>
            </a:pPr>
            <a:r>
              <a:rPr lang="fi-FI" sz="1400" b="1" noProof="0" dirty="0"/>
              <a:t>Etävalvonnan edut</a:t>
            </a:r>
          </a:p>
          <a:p>
            <a:pPr marL="0" lvl="1" indent="0">
              <a:buFont typeface="Arial" panose="020B0604020202020204" pitchFamily="34" charset="0"/>
              <a:buNone/>
            </a:pPr>
            <a:r>
              <a:rPr lang="fi-FI" sz="1400" noProof="0" dirty="0"/>
              <a:t>Satelliitit mahdollistavat syrjäisten ja vaikeapääsyisten alueiden seurannan, mikä tukee ajantasaisia ja ennakoivia olosuhdearviointeja</a:t>
            </a:r>
          </a:p>
        </p:txBody>
      </p:sp>
      <p:pic>
        <p:nvPicPr>
          <p:cNvPr id="5" name="Content Placeholder 4" descr="Changing temperatures on Earth. Massive CG graphics created using VC orb plug-in mixed with NASA imagery. Texture map used from: https://svs.gsfc.nasa.gov/12126">
            <a:extLst>
              <a:ext uri="{FF2B5EF4-FFF2-40B4-BE49-F238E27FC236}">
                <a16:creationId xmlns:a16="http://schemas.microsoft.com/office/drawing/2014/main" id="{BE8574B0-3151-480A-9632-41D05E429C7F}"/>
              </a:ext>
            </a:extLst>
          </p:cNvPr>
          <p:cNvPicPr>
            <a:picLocks noGrp="1" noChangeAspect="1"/>
          </p:cNvPicPr>
          <p:nvPr>
            <p:ph type="pic" sz="quarter" idx="13"/>
          </p:nvPr>
        </p:nvPicPr>
        <p:blipFill>
          <a:blip r:embed="rId3"/>
          <a:srcRect l="26971" r="39398"/>
          <a:stretch>
            <a:fillRect/>
          </a:stretch>
        </p:blipFill>
        <p:spPr>
          <a:xfrm>
            <a:off x="8091732" y="10"/>
            <a:ext cx="4100267" cy="6857990"/>
          </a:xfrm>
          <a:prstGeom prst="rect">
            <a:avLst/>
          </a:prstGeom>
          <a:noFill/>
          <a:ln w="25400">
            <a:solidFill>
              <a:srgbClr val="000000"/>
            </a:solidFill>
          </a:ln>
        </p:spPr>
      </p:pic>
    </p:spTree>
    <p:extLst>
      <p:ext uri="{BB962C8B-B14F-4D97-AF65-F5344CB8AC3E}">
        <p14:creationId xmlns:p14="http://schemas.microsoft.com/office/powerpoint/2010/main" val="34619255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0C993-8A73-BF9B-AE5D-202084EA54C5}"/>
              </a:ext>
            </a:extLst>
          </p:cNvPr>
          <p:cNvSpPr>
            <a:spLocks noGrp="1"/>
          </p:cNvSpPr>
          <p:nvPr>
            <p:ph type="ctrTitle"/>
          </p:nvPr>
        </p:nvSpPr>
        <p:spPr>
          <a:xfrm>
            <a:off x="1522013" y="1282325"/>
            <a:ext cx="8893834" cy="3988550"/>
          </a:xfrm>
        </p:spPr>
        <p:txBody>
          <a:bodyPr anchor="ctr">
            <a:normAutofit/>
          </a:bodyPr>
          <a:lstStyle/>
          <a:p>
            <a:r>
              <a:rPr lang="fi-FI" noProof="0" dirty="0"/>
              <a:t>Teiden kulkukelpoisuuden arviointi</a:t>
            </a:r>
          </a:p>
        </p:txBody>
      </p:sp>
    </p:spTree>
    <p:extLst>
      <p:ext uri="{BB962C8B-B14F-4D97-AF65-F5344CB8AC3E}">
        <p14:creationId xmlns:p14="http://schemas.microsoft.com/office/powerpoint/2010/main" val="5627752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A1214-651A-9CD3-F319-DF02E071A4B7}"/>
              </a:ext>
            </a:extLst>
          </p:cNvPr>
          <p:cNvSpPr>
            <a:spLocks noGrp="1"/>
          </p:cNvSpPr>
          <p:nvPr>
            <p:ph type="title"/>
          </p:nvPr>
        </p:nvSpPr>
        <p:spPr>
          <a:xfrm>
            <a:off x="612647" y="552478"/>
            <a:ext cx="6858000" cy="932688"/>
          </a:xfrm>
        </p:spPr>
        <p:txBody>
          <a:bodyPr anchor="b">
            <a:normAutofit/>
          </a:bodyPr>
          <a:lstStyle/>
          <a:p>
            <a:r>
              <a:rPr lang="fi-FI" sz="2800" noProof="0" dirty="0"/>
              <a:t>Tekniikat teidenkulkukelpoisuuden arviointia varten</a:t>
            </a:r>
          </a:p>
        </p:txBody>
      </p:sp>
      <p:sp>
        <p:nvSpPr>
          <p:cNvPr id="3" name="Content Placeholder 2">
            <a:extLst>
              <a:ext uri="{FF2B5EF4-FFF2-40B4-BE49-F238E27FC236}">
                <a16:creationId xmlns:a16="http://schemas.microsoft.com/office/drawing/2014/main" id="{C1937B31-1D2C-4A45-5863-90480934425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fi-FI" sz="1400" b="1" noProof="0" dirty="0"/>
              <a:t>Lumen tunnistusmenetelmät</a:t>
            </a:r>
          </a:p>
          <a:p>
            <a:pPr marL="0" lvl="1" indent="0">
              <a:buFont typeface="Arial" panose="020B0604020202020204" pitchFamily="34" charset="0"/>
              <a:buNone/>
            </a:pPr>
            <a:r>
              <a:rPr lang="fi-FI" sz="1400" noProof="0" dirty="0"/>
              <a:t>Satelliitti kuvat ja NDVI algoritmit (Normalisoitu kasvillisuusindeksi) tunnistavat lumen havaitsemalla valkoisia pintoja ja erottamalla lumen muista maanpinnan piirteistä ja rakennuksista</a:t>
            </a:r>
          </a:p>
          <a:p>
            <a:pPr marL="0" indent="0">
              <a:spcBef>
                <a:spcPts val="2500"/>
              </a:spcBef>
              <a:buFont typeface="Arial" panose="020B0604020202020204" pitchFamily="34" charset="0"/>
              <a:buNone/>
            </a:pPr>
            <a:r>
              <a:rPr lang="fi-FI" sz="1400" b="1" noProof="0" dirty="0"/>
              <a:t>Tulvien tunnistusmenetelmät</a:t>
            </a:r>
          </a:p>
          <a:p>
            <a:pPr marL="0" lvl="1" indent="0">
              <a:buFont typeface="Arial" panose="020B0604020202020204" pitchFamily="34" charset="0"/>
              <a:buNone/>
            </a:pPr>
            <a:r>
              <a:rPr lang="fi-FI" sz="1400" noProof="0" dirty="0"/>
              <a:t>Tutkasatelliittidata havaitsee veden esiintymisen pilvien alta ja mahdollistaa tulvivien tieosuuksien arvioinnin</a:t>
            </a:r>
          </a:p>
          <a:p>
            <a:pPr marL="0" indent="0">
              <a:spcBef>
                <a:spcPts val="2500"/>
              </a:spcBef>
              <a:buFont typeface="Arial" panose="020B0604020202020204" pitchFamily="34" charset="0"/>
              <a:buNone/>
            </a:pPr>
            <a:r>
              <a:rPr lang="fi-FI" sz="1400" b="1" noProof="0" dirty="0"/>
              <a:t>Arviointiprosessin kulku</a:t>
            </a:r>
          </a:p>
          <a:p>
            <a:pPr marL="0" lvl="1" indent="0">
              <a:buFont typeface="Arial" panose="020B0604020202020204" pitchFamily="34" charset="0"/>
              <a:buNone/>
            </a:pPr>
            <a:r>
              <a:rPr lang="fi-FI" sz="1400" noProof="0" dirty="0"/>
              <a:t>Tieverkko (ts. perinteinen kartta) ja koordinaatit tarkistetaan satelliittidatan perusteella, ovatko tiet avoimia, estyneitä tai vaurioituneita. </a:t>
            </a:r>
          </a:p>
          <a:p>
            <a:pPr marL="0" indent="0">
              <a:spcBef>
                <a:spcPts val="2500"/>
              </a:spcBef>
              <a:buFont typeface="Arial" panose="020B0604020202020204" pitchFamily="34" charset="0"/>
              <a:buNone/>
            </a:pPr>
            <a:r>
              <a:rPr lang="fi-FI" sz="1400" b="1" noProof="0" dirty="0"/>
              <a:t>Rajoituksia</a:t>
            </a:r>
          </a:p>
          <a:p>
            <a:pPr marL="0" lvl="1" indent="0">
              <a:buFont typeface="Arial" panose="020B0604020202020204" pitchFamily="34" charset="0"/>
              <a:buNone/>
            </a:pPr>
            <a:r>
              <a:rPr lang="fi-FI" sz="1400" noProof="0" dirty="0"/>
              <a:t>Satelliittien kiertoajat ja tarkkuus rajoittavat ajallista ja paikallista tarkkuutta. Mm. pilvipeite estää perinteiset valokuvat ja satelliitit kiertävät Suomen yli tietyin väliajoin</a:t>
            </a:r>
          </a:p>
        </p:txBody>
      </p:sp>
      <p:pic>
        <p:nvPicPr>
          <p:cNvPr id="5" name="Content Placeholder 4" descr="Aerial view to Motorcycle rider on snowy motocross track. Mx rider on snow. Motocross rider on bike, motocross winter season race. Drone view Racer motorcycle rides on motocross snowy track in winter.">
            <a:extLst>
              <a:ext uri="{FF2B5EF4-FFF2-40B4-BE49-F238E27FC236}">
                <a16:creationId xmlns:a16="http://schemas.microsoft.com/office/drawing/2014/main" id="{937CDFC3-2BCD-466D-A4F2-2A71ACE4075A}"/>
              </a:ext>
            </a:extLst>
          </p:cNvPr>
          <p:cNvPicPr>
            <a:picLocks noGrp="1" noChangeAspect="1"/>
          </p:cNvPicPr>
          <p:nvPr>
            <p:ph type="pic" sz="quarter" idx="13"/>
          </p:nvPr>
        </p:nvPicPr>
        <p:blipFill>
          <a:blip r:embed="rId3"/>
          <a:srcRect r="10430"/>
          <a:stretch>
            <a:fillRect/>
          </a:stretch>
        </p:blipFill>
        <p:spPr>
          <a:xfrm>
            <a:off x="8091732" y="10"/>
            <a:ext cx="4100267" cy="6857990"/>
          </a:xfrm>
          <a:prstGeom prst="rect">
            <a:avLst/>
          </a:prstGeom>
          <a:noFill/>
          <a:ln w="25400">
            <a:solidFill>
              <a:srgbClr val="000000"/>
            </a:solidFill>
          </a:ln>
        </p:spPr>
      </p:pic>
    </p:spTree>
    <p:extLst>
      <p:ext uri="{BB962C8B-B14F-4D97-AF65-F5344CB8AC3E}">
        <p14:creationId xmlns:p14="http://schemas.microsoft.com/office/powerpoint/2010/main" val="16366861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2A077-F3A4-BBF8-F1CB-950D83F00695}"/>
              </a:ext>
            </a:extLst>
          </p:cNvPr>
          <p:cNvSpPr>
            <a:spLocks noGrp="1"/>
          </p:cNvSpPr>
          <p:nvPr>
            <p:ph type="ctrTitle"/>
          </p:nvPr>
        </p:nvSpPr>
        <p:spPr>
          <a:xfrm>
            <a:off x="1522013" y="1282325"/>
            <a:ext cx="8893834" cy="3988550"/>
          </a:xfrm>
        </p:spPr>
        <p:txBody>
          <a:bodyPr anchor="ctr">
            <a:normAutofit/>
          </a:bodyPr>
          <a:lstStyle/>
          <a:p>
            <a:r>
              <a:rPr lang="fi-FI" noProof="0" dirty="0"/>
              <a:t>Yhteenveto ja kysymyksiä</a:t>
            </a:r>
          </a:p>
        </p:txBody>
      </p:sp>
    </p:spTree>
    <p:extLst>
      <p:ext uri="{BB962C8B-B14F-4D97-AF65-F5344CB8AC3E}">
        <p14:creationId xmlns:p14="http://schemas.microsoft.com/office/powerpoint/2010/main" val="9195327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23DBB-B79C-0975-7D8A-5E0F53CDE35A}"/>
              </a:ext>
            </a:extLst>
          </p:cNvPr>
          <p:cNvSpPr>
            <a:spLocks noGrp="1"/>
          </p:cNvSpPr>
          <p:nvPr>
            <p:ph type="title"/>
          </p:nvPr>
        </p:nvSpPr>
        <p:spPr>
          <a:xfrm>
            <a:off x="612647" y="552478"/>
            <a:ext cx="6858000" cy="932688"/>
          </a:xfrm>
        </p:spPr>
        <p:txBody>
          <a:bodyPr anchor="b">
            <a:normAutofit/>
          </a:bodyPr>
          <a:lstStyle/>
          <a:p>
            <a:r>
              <a:rPr lang="fi-FI" sz="3300" noProof="0" dirty="0"/>
              <a:t>Yhteenveto</a:t>
            </a:r>
          </a:p>
        </p:txBody>
      </p:sp>
      <p:sp>
        <p:nvSpPr>
          <p:cNvPr id="3" name="Content Placeholder 2">
            <a:extLst>
              <a:ext uri="{FF2B5EF4-FFF2-40B4-BE49-F238E27FC236}">
                <a16:creationId xmlns:a16="http://schemas.microsoft.com/office/drawing/2014/main" id="{3E3B48DE-0F4F-4A38-6557-E5AFA3EC08E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chor="ctr">
            <a:normAutofit/>
          </a:bodyPr>
          <a:lstStyle/>
          <a:p>
            <a:pPr marL="0" indent="0">
              <a:spcBef>
                <a:spcPts val="2500"/>
              </a:spcBef>
              <a:buFont typeface="Arial" panose="020B0604020202020204" pitchFamily="34" charset="0"/>
              <a:buNone/>
            </a:pPr>
            <a:r>
              <a:rPr lang="fi-FI" sz="1400" b="1" noProof="0" dirty="0"/>
              <a:t>Parannettu teiden valvonta</a:t>
            </a:r>
          </a:p>
          <a:p>
            <a:pPr marL="0" lvl="1" indent="0">
              <a:buNone/>
            </a:pPr>
            <a:r>
              <a:rPr lang="fi-FI" sz="1400" noProof="0" dirty="0"/>
              <a:t>Satelliittidata täydentää perinteisiä menetelmiä tarjoamalla tiheää ja laaja-alaista seurantaa syrjäisten tieolosuhteiden tarkkailuun.</a:t>
            </a:r>
          </a:p>
          <a:p>
            <a:pPr marL="0" lvl="1" indent="0">
              <a:buNone/>
            </a:pPr>
            <a:r>
              <a:rPr lang="fi-FI" sz="1400" b="1" noProof="0" dirty="0"/>
              <a:t>Ympäristön muutosten havaitseminen</a:t>
            </a:r>
          </a:p>
          <a:p>
            <a:pPr marL="0" lvl="1" indent="0">
              <a:buNone/>
            </a:pPr>
            <a:r>
              <a:rPr lang="fi-FI" sz="1400" noProof="0" dirty="0"/>
              <a:t>Satelliitit auttavat tunnistamaan lunta, tulvia ja muita infrastruktuuriin vaikuttavia ympäristön muutoksia.</a:t>
            </a:r>
          </a:p>
          <a:p>
            <a:pPr marL="0" lvl="1" indent="0">
              <a:buNone/>
            </a:pPr>
            <a:r>
              <a:rPr lang="fi-FI" sz="1400" b="1" noProof="0" dirty="0"/>
              <a:t>Rajoitukset ja hyödyt</a:t>
            </a:r>
          </a:p>
          <a:p>
            <a:pPr marL="0" lvl="1" indent="0">
              <a:buNone/>
            </a:pPr>
            <a:r>
              <a:rPr lang="fi-FI" sz="1400" noProof="0" dirty="0"/>
              <a:t>Vaikka satelliittivalvonnassa on rajoitteita resoluutiossa ja ajallisessa tarkkuudessa, se on kustannustehokas ja toimii hyvin haastavissa sääolosuhteissa.</a:t>
            </a:r>
          </a:p>
          <a:p>
            <a:pPr marL="0" lvl="1" indent="0">
              <a:buNone/>
            </a:pPr>
            <a:r>
              <a:rPr lang="fi-FI" sz="1400" b="1" noProof="0" dirty="0"/>
              <a:t>Lopuksi</a:t>
            </a:r>
          </a:p>
          <a:p>
            <a:pPr marL="0" lvl="1" indent="0">
              <a:buNone/>
            </a:pPr>
            <a:r>
              <a:rPr lang="fi-FI" sz="1400" noProof="0" dirty="0"/>
              <a:t>ESAlla (European Space Agency) on paljon dataa tarjolla ja suurilta osin sitä käytetään liian vähän. </a:t>
            </a:r>
          </a:p>
        </p:txBody>
      </p:sp>
      <p:pic>
        <p:nvPicPr>
          <p:cNvPr id="5" name="Content Placeholder 4" descr="Drone point of of view and directly from above of a lake drought during extreme weather conditions in Kalimantan (Borneo) in Indonesia. The loss of rainforest starts affecting the climate with heavy drought during the dry season and floods during the monsoon.">
            <a:extLst>
              <a:ext uri="{FF2B5EF4-FFF2-40B4-BE49-F238E27FC236}">
                <a16:creationId xmlns:a16="http://schemas.microsoft.com/office/drawing/2014/main" id="{7425E4BA-C38B-42B9-8FBA-9884195FA1EA}"/>
              </a:ext>
            </a:extLst>
          </p:cNvPr>
          <p:cNvPicPr>
            <a:picLocks noGrp="1" noChangeAspect="1"/>
          </p:cNvPicPr>
          <p:nvPr>
            <p:ph type="pic" sz="quarter" idx="13"/>
          </p:nvPr>
        </p:nvPicPr>
        <p:blipFill>
          <a:blip r:embed="rId3"/>
          <a:srcRect l="9890" r="50351"/>
          <a:stretch>
            <a:fillRect/>
          </a:stretch>
        </p:blipFill>
        <p:spPr>
          <a:xfrm>
            <a:off x="8091732" y="10"/>
            <a:ext cx="4100267" cy="6857990"/>
          </a:xfrm>
          <a:prstGeom prst="rect">
            <a:avLst/>
          </a:prstGeom>
          <a:noFill/>
          <a:ln w="25400">
            <a:solidFill>
              <a:srgbClr val="000000"/>
            </a:solidFill>
          </a:ln>
        </p:spPr>
      </p:pic>
    </p:spTree>
    <p:extLst>
      <p:ext uri="{BB962C8B-B14F-4D97-AF65-F5344CB8AC3E}">
        <p14:creationId xmlns:p14="http://schemas.microsoft.com/office/powerpoint/2010/main" val="5652251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Chalcot">
  <a:themeElements>
    <a:clrScheme name="Custom 2">
      <a:dk1>
        <a:srgbClr val="000000"/>
      </a:dk1>
      <a:lt1>
        <a:srgbClr val="F3EBE8"/>
      </a:lt1>
      <a:dk2>
        <a:srgbClr val="264653"/>
      </a:dk2>
      <a:lt2>
        <a:srgbClr val="FFFFFF"/>
      </a:lt2>
      <a:accent1>
        <a:srgbClr val="E9939D"/>
      </a:accent1>
      <a:accent2>
        <a:srgbClr val="E9C369"/>
      </a:accent2>
      <a:accent3>
        <a:srgbClr val="2A9D8F"/>
      </a:accent3>
      <a:accent4>
        <a:srgbClr val="F3D6CD"/>
      </a:accent4>
      <a:accent5>
        <a:srgbClr val="8CBA8F"/>
      </a:accent5>
      <a:accent6>
        <a:srgbClr val="919FA9"/>
      </a:accent6>
      <a:hlink>
        <a:srgbClr val="8F45C7"/>
      </a:hlink>
      <a:folHlink>
        <a:srgbClr val="D08A55"/>
      </a:folHlink>
    </a:clrScheme>
    <a:fontScheme name="Custom 362">
      <a:majorFont>
        <a:latin typeface="Century Gothic"/>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alcot_Copilot Layouts_win32_LW_V5" id="{BB83E610-C1CA-49EC-A787-4EFEA8456B79}" vid="{40FB1116-6983-46AA-9CD7-BA42C7965D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ACDF21CE-F94D-4E7A-9B41-689023E47C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F3D192A-84D9-4592-8CD0-04B2096CE0AE}">
  <ds:schemaRefs>
    <ds:schemaRef ds:uri="http://schemas.microsoft.com/sharepoint/v3/contenttype/forms"/>
  </ds:schemaRefs>
</ds:datastoreItem>
</file>

<file path=customXml/itemProps3.xml><?xml version="1.0" encoding="utf-8"?>
<ds:datastoreItem xmlns:ds="http://schemas.openxmlformats.org/officeDocument/2006/customXml" ds:itemID="{37C1B1D1-0368-4ED3-8004-0F946C56E5DB}">
  <ds:schemaRefs>
    <ds:schemaRef ds:uri="http://schemas.microsoft.com/sharepoint/v3"/>
    <ds:schemaRef ds:uri="http://schemas.microsoft.com/office/2006/documentManagement/types"/>
    <ds:schemaRef ds:uri="http://purl.org/dc/terms/"/>
    <ds:schemaRef ds:uri="71af3243-3dd4-4a8d-8c0d-dd76da1f02a5"/>
    <ds:schemaRef ds:uri="http://purl.org/dc/elements/1.1/"/>
    <ds:schemaRef ds:uri="http://purl.org/dc/dcmitype/"/>
    <ds:schemaRef ds:uri="http://www.w3.org/XML/1998/namespace"/>
    <ds:schemaRef ds:uri="http://schemas.microsoft.com/office/2006/metadata/properties"/>
    <ds:schemaRef ds:uri="http://schemas.microsoft.com/office/infopath/2007/PartnerControls"/>
    <ds:schemaRef ds:uri="http://schemas.openxmlformats.org/package/2006/metadata/core-properties"/>
    <ds:schemaRef ds:uri="230e9df3-be65-4c73-a93b-d1236ebd677e"/>
    <ds:schemaRef ds:uri="16c05727-aa75-4e4a-9b5f-8a80a1165891"/>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1671</TotalTime>
  <Words>1000</Words>
  <Application>Microsoft Office PowerPoint</Application>
  <PresentationFormat>Widescreen</PresentationFormat>
  <Paragraphs>70</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Arial</vt:lpstr>
      <vt:lpstr>Century Gothic</vt:lpstr>
      <vt:lpstr>Karla</vt:lpstr>
      <vt:lpstr>Univers Condensed Light</vt:lpstr>
      <vt:lpstr>Chalcot</vt:lpstr>
      <vt:lpstr>Satelliittidatan hyödyntäminen teiden kulkukelpoisuuden arvioinnissa</vt:lpstr>
      <vt:lpstr>Johdanto</vt:lpstr>
      <vt:lpstr>Haasteet syrjäisten ja harvemmin käytettyjen teiden arvioinnissa</vt:lpstr>
      <vt:lpstr>Satelliittidatan perusteet</vt:lpstr>
      <vt:lpstr>Satelliittikuvien ja niiden ominaisuuksien ymmärtäminen</vt:lpstr>
      <vt:lpstr>Teiden kulkukelpoisuuden arviointi</vt:lpstr>
      <vt:lpstr>Tekniikat teidenkulkukelpoisuuden arviointia varten</vt:lpstr>
      <vt:lpstr>Yhteenveto ja kysymyksiä</vt:lpstr>
      <vt:lpstr>Yhteenveto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Jyri Nieminen</cp:lastModifiedBy>
  <cp:revision>12</cp:revision>
  <dcterms:created xsi:type="dcterms:W3CDTF">2024-06-26T20:20:27Z</dcterms:created>
  <dcterms:modified xsi:type="dcterms:W3CDTF">2025-11-13T09:57:30Z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